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78" r:id="rId7"/>
    <p:sldId id="262" r:id="rId8"/>
    <p:sldId id="263" r:id="rId9"/>
    <p:sldId id="276" r:id="rId10"/>
  </p:sldIdLst>
  <p:sldSz cx="9144000" cy="5143500" type="screen16x9"/>
  <p:notesSz cx="6858000" cy="9144000"/>
  <p:embeddedFontLst>
    <p:embeddedFont>
      <p:font typeface="Cabin" panose="020B0604020202020204" charset="0"/>
      <p:regular r:id="rId12"/>
      <p:bold r:id="rId13"/>
      <p:italic r:id="rId14"/>
      <p:boldItalic r:id="rId15"/>
    </p:embeddedFont>
    <p:embeddedFont>
      <p:font typeface="Caudex" panose="020B0604020202020204" charset="2"/>
      <p:regular r:id="rId16"/>
      <p:bold r:id="rId17"/>
      <p:italic r:id="rId18"/>
      <p:boldItalic r:id="rId19"/>
    </p:embeddedFont>
    <p:embeddedFont>
      <p:font typeface="Fira Sans Extra Condensed SemiBold" panose="020B060402020202020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91FF"/>
    <a:srgbClr val="71E2B9"/>
    <a:srgbClr val="C9EFEF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28C44-5781-44C6-94F6-4B420CE11DBB}" v="1" dt="2025-04-24T05:04:09.707"/>
  </p1510:revLst>
</p1510:revInfo>
</file>

<file path=ppt/tableStyles.xml><?xml version="1.0" encoding="utf-8"?>
<a:tblStyleLst xmlns:a="http://schemas.openxmlformats.org/drawingml/2006/main" def="{4C1D7D09-3F6B-4045-B5B0-BAB0FBEFC43E}">
  <a:tblStyle styleId="{4C1D7D09-3F6B-4045-B5B0-BAB0FBEFC4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79516C-791E-4362-B14F-BF0EAAFC97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ad Borse" userId="4c05c2e257eda9bb" providerId="LiveId" clId="{8F928C44-5781-44C6-94F6-4B420CE11DBB}"/>
    <pc:docChg chg="custSel modSld">
      <pc:chgData name="Varad Borse" userId="4c05c2e257eda9bb" providerId="LiveId" clId="{8F928C44-5781-44C6-94F6-4B420CE11DBB}" dt="2025-04-24T05:04:50.918" v="84" actId="1076"/>
      <pc:docMkLst>
        <pc:docMk/>
      </pc:docMkLst>
      <pc:sldChg chg="modSp mod">
        <pc:chgData name="Varad Borse" userId="4c05c2e257eda9bb" providerId="LiveId" clId="{8F928C44-5781-44C6-94F6-4B420CE11DBB}" dt="2025-04-24T05:01:01.813" v="28" actId="1076"/>
        <pc:sldMkLst>
          <pc:docMk/>
          <pc:sldMk cId="0" sldId="256"/>
        </pc:sldMkLst>
        <pc:spChg chg="mod">
          <ac:chgData name="Varad Borse" userId="4c05c2e257eda9bb" providerId="LiveId" clId="{8F928C44-5781-44C6-94F6-4B420CE11DBB}" dt="2025-04-24T05:01:01.813" v="28" actId="1076"/>
          <ac:spMkLst>
            <pc:docMk/>
            <pc:sldMk cId="0" sldId="256"/>
            <ac:spMk id="10" creationId="{BFA85F07-8A62-F615-E8E4-DE52153911E8}"/>
          </ac:spMkLst>
        </pc:spChg>
      </pc:sldChg>
      <pc:sldChg chg="addSp modSp mod">
        <pc:chgData name="Varad Borse" userId="4c05c2e257eda9bb" providerId="LiveId" clId="{8F928C44-5781-44C6-94F6-4B420CE11DBB}" dt="2025-04-24T05:04:50.918" v="84" actId="1076"/>
        <pc:sldMkLst>
          <pc:docMk/>
          <pc:sldMk cId="0" sldId="260"/>
        </pc:sldMkLst>
        <pc:spChg chg="mod">
          <ac:chgData name="Varad Borse" userId="4c05c2e257eda9bb" providerId="LiveId" clId="{8F928C44-5781-44C6-94F6-4B420CE11DBB}" dt="2025-04-24T05:04:50.918" v="84" actId="1076"/>
          <ac:spMkLst>
            <pc:docMk/>
            <pc:sldMk cId="0" sldId="260"/>
            <ac:spMk id="8" creationId="{35F278EF-FBD3-7EC2-2447-A23B9F70D2B7}"/>
          </ac:spMkLst>
        </pc:spChg>
        <pc:spChg chg="mod">
          <ac:chgData name="Varad Borse" userId="4c05c2e257eda9bb" providerId="LiveId" clId="{8F928C44-5781-44C6-94F6-4B420CE11DBB}" dt="2025-04-24T05:03:23.158" v="33" actId="27636"/>
          <ac:spMkLst>
            <pc:docMk/>
            <pc:sldMk cId="0" sldId="260"/>
            <ac:spMk id="9" creationId="{468EA90F-2CDE-68F9-DC83-48F4224114BA}"/>
          </ac:spMkLst>
        </pc:spChg>
        <pc:picChg chg="add mod">
          <ac:chgData name="Varad Borse" userId="4c05c2e257eda9bb" providerId="LiveId" clId="{8F928C44-5781-44C6-94F6-4B420CE11DBB}" dt="2025-04-24T05:04:45.120" v="83" actId="1076"/>
          <ac:picMkLst>
            <pc:docMk/>
            <pc:sldMk cId="0" sldId="260"/>
            <ac:picMk id="3" creationId="{FE3705AD-65C7-09A4-830B-F386F13682F7}"/>
          </ac:picMkLst>
        </pc:picChg>
      </pc:sldChg>
      <pc:sldChg chg="modSp mod">
        <pc:chgData name="Varad Borse" userId="4c05c2e257eda9bb" providerId="LiveId" clId="{8F928C44-5781-44C6-94F6-4B420CE11DBB}" dt="2025-04-24T05:02:14.193" v="31" actId="1076"/>
        <pc:sldMkLst>
          <pc:docMk/>
          <pc:sldMk cId="812051490" sldId="278"/>
        </pc:sldMkLst>
        <pc:spChg chg="mod">
          <ac:chgData name="Varad Borse" userId="4c05c2e257eda9bb" providerId="LiveId" clId="{8F928C44-5781-44C6-94F6-4B420CE11DBB}" dt="2025-04-24T05:02:14.193" v="31" actId="1076"/>
          <ac:spMkLst>
            <pc:docMk/>
            <pc:sldMk cId="812051490" sldId="278"/>
            <ac:spMk id="7" creationId="{995A6B40-D3E4-AB15-12C6-526D47F28EEE}"/>
          </ac:spMkLst>
        </pc:spChg>
        <pc:cxnChg chg="mod">
          <ac:chgData name="Varad Borse" userId="4c05c2e257eda9bb" providerId="LiveId" clId="{8F928C44-5781-44C6-94F6-4B420CE11DBB}" dt="2025-04-24T05:02:14.193" v="31" actId="1076"/>
          <ac:cxnSpMkLst>
            <pc:docMk/>
            <pc:sldMk cId="812051490" sldId="278"/>
            <ac:cxnSpMk id="14" creationId="{FCB1E801-E24A-B9DA-F650-F490B8F9D87D}"/>
          </ac:cxnSpMkLst>
        </pc:cxnChg>
      </pc:sldChg>
    </pc:docChg>
  </pc:docChgLst>
  <pc:docChgLst>
    <pc:chgData name="Varad Borse" userId="4c05c2e257eda9bb" providerId="LiveId" clId="{E68C898F-7444-4358-BDAD-DFD1E1025127}"/>
    <pc:docChg chg="undo custSel modSld modMainMaster">
      <pc:chgData name="Varad Borse" userId="4c05c2e257eda9bb" providerId="LiveId" clId="{E68C898F-7444-4358-BDAD-DFD1E1025127}" dt="2025-03-19T11:14:51.861" v="125" actId="6549"/>
      <pc:docMkLst>
        <pc:docMk/>
      </pc:docMkLst>
      <pc:sldChg chg="modSp mod">
        <pc:chgData name="Varad Borse" userId="4c05c2e257eda9bb" providerId="LiveId" clId="{E68C898F-7444-4358-BDAD-DFD1E1025127}" dt="2025-03-19T11:14:51.861" v="125" actId="6549"/>
        <pc:sldMkLst>
          <pc:docMk/>
          <pc:sldMk cId="0" sldId="256"/>
        </pc:sldMkLst>
        <pc:spChg chg="mod">
          <ac:chgData name="Varad Borse" userId="4c05c2e257eda9bb" providerId="LiveId" clId="{E68C898F-7444-4358-BDAD-DFD1E1025127}" dt="2025-03-19T11:05:04.343" v="17"/>
          <ac:spMkLst>
            <pc:docMk/>
            <pc:sldMk cId="0" sldId="256"/>
            <ac:spMk id="9" creationId="{9905BCDC-F6FF-FC9E-BE5B-779AAE2604F6}"/>
          </ac:spMkLst>
        </pc:spChg>
        <pc:spChg chg="mod">
          <ac:chgData name="Varad Borse" userId="4c05c2e257eda9bb" providerId="LiveId" clId="{E68C898F-7444-4358-BDAD-DFD1E1025127}" dt="2025-03-19T11:14:51.861" v="125" actId="6549"/>
          <ac:spMkLst>
            <pc:docMk/>
            <pc:sldMk cId="0" sldId="256"/>
            <ac:spMk id="10" creationId="{BFA85F07-8A62-F615-E8E4-DE52153911E8}"/>
          </ac:spMkLst>
        </pc:spChg>
      </pc:sldChg>
      <pc:sldChg chg="modSp mod">
        <pc:chgData name="Varad Borse" userId="4c05c2e257eda9bb" providerId="LiveId" clId="{E68C898F-7444-4358-BDAD-DFD1E1025127}" dt="2025-03-19T11:05:04.343" v="17"/>
        <pc:sldMkLst>
          <pc:docMk/>
          <pc:sldMk cId="0" sldId="257"/>
        </pc:sldMkLst>
        <pc:spChg chg="mod">
          <ac:chgData name="Varad Borse" userId="4c05c2e257eda9bb" providerId="LiveId" clId="{E68C898F-7444-4358-BDAD-DFD1E1025127}" dt="2025-03-19T11:05:04.343" v="17"/>
          <ac:spMkLst>
            <pc:docMk/>
            <pc:sldMk cId="0" sldId="257"/>
            <ac:spMk id="4" creationId="{9AC67E17-A0EF-489C-6264-C48F1B65D3C8}"/>
          </ac:spMkLst>
        </pc:spChg>
      </pc:sldChg>
      <pc:sldChg chg="modSp mod">
        <pc:chgData name="Varad Borse" userId="4c05c2e257eda9bb" providerId="LiveId" clId="{E68C898F-7444-4358-BDAD-DFD1E1025127}" dt="2025-03-19T11:05:04.343" v="17"/>
        <pc:sldMkLst>
          <pc:docMk/>
          <pc:sldMk cId="0" sldId="258"/>
        </pc:sldMkLst>
        <pc:spChg chg="mod">
          <ac:chgData name="Varad Borse" userId="4c05c2e257eda9bb" providerId="LiveId" clId="{E68C898F-7444-4358-BDAD-DFD1E1025127}" dt="2025-03-19T11:05:04.343" v="17"/>
          <ac:spMkLst>
            <pc:docMk/>
            <pc:sldMk cId="0" sldId="258"/>
            <ac:spMk id="41" creationId="{44DF7C48-26C7-5A67-C2BB-06691F95F24A}"/>
          </ac:spMkLst>
        </pc:spChg>
      </pc:sldChg>
      <pc:sldChg chg="modSp mod">
        <pc:chgData name="Varad Borse" userId="4c05c2e257eda9bb" providerId="LiveId" clId="{E68C898F-7444-4358-BDAD-DFD1E1025127}" dt="2025-03-19T11:05:04.343" v="17"/>
        <pc:sldMkLst>
          <pc:docMk/>
          <pc:sldMk cId="0" sldId="259"/>
        </pc:sldMkLst>
        <pc:spChg chg="mod">
          <ac:chgData name="Varad Borse" userId="4c05c2e257eda9bb" providerId="LiveId" clId="{E68C898F-7444-4358-BDAD-DFD1E1025127}" dt="2025-03-19T11:05:04.343" v="17"/>
          <ac:spMkLst>
            <pc:docMk/>
            <pc:sldMk cId="0" sldId="259"/>
            <ac:spMk id="6" creationId="{E4480E9F-E1F0-CBDC-F6D6-7415D67DCFD9}"/>
          </ac:spMkLst>
        </pc:spChg>
      </pc:sldChg>
      <pc:sldMasterChg chg="modSldLayout">
        <pc:chgData name="Varad Borse" userId="4c05c2e257eda9bb" providerId="LiveId" clId="{E68C898F-7444-4358-BDAD-DFD1E1025127}" dt="2025-03-19T11:05:05.758" v="21"/>
        <pc:sldMasterMkLst>
          <pc:docMk/>
          <pc:sldMasterMk cId="4263210417" sldId="2147483675"/>
        </pc:sldMasterMkLst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1772419090" sldId="2147483693"/>
          </pc:sldLayoutMkLst>
        </pc:sldLayoutChg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3078581466" sldId="2147483694"/>
          </pc:sldLayoutMkLst>
        </pc:sldLayoutChg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3092142212" sldId="2147483695"/>
          </pc:sldLayoutMkLst>
        </pc:sldLayoutChg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806771052" sldId="2147483696"/>
          </pc:sldLayoutMkLst>
        </pc:sldLayoutChg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3747737688" sldId="2147483697"/>
          </pc:sldLayoutMkLst>
        </pc:sldLayoutChg>
        <pc:sldLayoutChg chg="addSp delSp">
          <pc:chgData name="Varad Borse" userId="4c05c2e257eda9bb" providerId="LiveId" clId="{E68C898F-7444-4358-BDAD-DFD1E1025127}" dt="2025-03-19T11:05:05.758" v="21"/>
          <pc:sldLayoutMkLst>
            <pc:docMk/>
            <pc:sldMasterMk cId="4263210417" sldId="2147483675"/>
            <pc:sldLayoutMk cId="2813557382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>
          <a:extLst>
            <a:ext uri="{FF2B5EF4-FFF2-40B4-BE49-F238E27FC236}">
              <a16:creationId xmlns:a16="http://schemas.microsoft.com/office/drawing/2014/main" id="{0D79EA45-D71D-D3AC-2EFF-D3312CB7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1258269c9b_0_103:notes">
            <a:extLst>
              <a:ext uri="{FF2B5EF4-FFF2-40B4-BE49-F238E27FC236}">
                <a16:creationId xmlns:a16="http://schemas.microsoft.com/office/drawing/2014/main" id="{DA4BA58A-B582-C096-BD74-93A2264CC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1258269c9b_0_103:notes">
            <a:extLst>
              <a:ext uri="{FF2B5EF4-FFF2-40B4-BE49-F238E27FC236}">
                <a16:creationId xmlns:a16="http://schemas.microsoft.com/office/drawing/2014/main" id="{9D6859F4-AB6A-8EC6-FD67-EEBB48ED5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215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>
          <a:extLst>
            <a:ext uri="{FF2B5EF4-FFF2-40B4-BE49-F238E27FC236}">
              <a16:creationId xmlns:a16="http://schemas.microsoft.com/office/drawing/2014/main" id="{828C01E5-A9C7-DD50-4DB7-73B16615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140bdeeea4_0_0:notes">
            <a:extLst>
              <a:ext uri="{FF2B5EF4-FFF2-40B4-BE49-F238E27FC236}">
                <a16:creationId xmlns:a16="http://schemas.microsoft.com/office/drawing/2014/main" id="{A6D0238A-93C2-76B9-66BB-D12B32B85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140bdeeea4_0_0:notes">
            <a:extLst>
              <a:ext uri="{FF2B5EF4-FFF2-40B4-BE49-F238E27FC236}">
                <a16:creationId xmlns:a16="http://schemas.microsoft.com/office/drawing/2014/main" id="{DE7E46A5-D178-99D2-2984-8371E610B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24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463850" y="2696525"/>
            <a:ext cx="5965200" cy="149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069900" y="41990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0" y="-100928"/>
            <a:ext cx="7814189" cy="4966035"/>
            <a:chOff x="10" y="-100928"/>
            <a:chExt cx="7814189" cy="4966035"/>
          </a:xfrm>
        </p:grpSpPr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498688" y="52587"/>
              <a:ext cx="553930" cy="482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>
              <a:off x="2431955" y="4327"/>
              <a:ext cx="548939" cy="731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>
              <a:off x="223000" y="198398"/>
              <a:ext cx="741900" cy="615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>
              <a:off x="281147" y="1967940"/>
              <a:ext cx="229556" cy="728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>
              <a:off x="10" y="1034708"/>
              <a:ext cx="510680" cy="560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>
              <a:off x="1446456" y="52567"/>
              <a:ext cx="635439" cy="635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rot="10800000">
              <a:off x="5582675" y="-13956"/>
              <a:ext cx="741900" cy="615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 rot="10800000">
              <a:off x="4297827" y="204770"/>
              <a:ext cx="385921" cy="33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6012421">
              <a:off x="6624935" y="-99538"/>
              <a:ext cx="229556" cy="728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10">
              <a:alphaModFix amt="40000"/>
            </a:blip>
            <a:stretch>
              <a:fillRect/>
            </a:stretch>
          </p:blipFill>
          <p:spPr>
            <a:xfrm rot="10800000">
              <a:off x="275399" y="2834658"/>
              <a:ext cx="637102" cy="8932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/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 rot="8100000">
              <a:off x="4779356" y="30675"/>
              <a:ext cx="635438" cy="635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rot="843290">
              <a:off x="267080" y="4077486"/>
              <a:ext cx="548939" cy="731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2"/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>
              <a:off x="7265274" y="29349"/>
              <a:ext cx="548925" cy="4708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715100" y="3191300"/>
            <a:ext cx="3943500" cy="14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221400"/>
            <a:ext cx="1117500" cy="96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0" name="Google Shape;30;p3"/>
          <p:cNvGrpSpPr/>
          <p:nvPr/>
        </p:nvGrpSpPr>
        <p:grpSpPr>
          <a:xfrm>
            <a:off x="2526600" y="-13956"/>
            <a:ext cx="6941895" cy="4048582"/>
            <a:chOff x="2526600" y="-13956"/>
            <a:chExt cx="6941895" cy="4048582"/>
          </a:xfrm>
        </p:grpSpPr>
        <p:pic>
          <p:nvPicPr>
            <p:cNvPr id="31" name="Google Shape;31;p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 flipH="1">
              <a:off x="5013971" y="52590"/>
              <a:ext cx="553931" cy="482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flipH="1">
              <a:off x="6001820" y="52579"/>
              <a:ext cx="548940" cy="731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3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flipH="1">
              <a:off x="7833568" y="0"/>
              <a:ext cx="741901" cy="615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3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flipH="1">
              <a:off x="8637728" y="1012858"/>
              <a:ext cx="510681" cy="560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"/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 flipH="1">
              <a:off x="6984697" y="52570"/>
              <a:ext cx="635440" cy="635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 rot="10800000" flipH="1">
              <a:off x="8468742" y="2538730"/>
              <a:ext cx="553931" cy="482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/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 rot="10800000" flipH="1">
              <a:off x="3787168" y="74573"/>
              <a:ext cx="663719" cy="818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3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rot="10800000" flipH="1">
              <a:off x="8250596" y="1636622"/>
              <a:ext cx="548940" cy="731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3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rot="10800000" flipH="1">
              <a:off x="3137135" y="-13941"/>
              <a:ext cx="741901" cy="615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3"/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 rot="10800000" flipH="1">
              <a:off x="4450127" y="204772"/>
              <a:ext cx="385922" cy="331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3"/>
            <p:cNvPicPr preferRelativeResize="0"/>
            <p:nvPr/>
          </p:nvPicPr>
          <p:blipFill>
            <a:blip r:embed="rId10">
              <a:alphaModFix amt="40000"/>
            </a:blip>
            <a:stretch>
              <a:fillRect/>
            </a:stretch>
          </p:blipFill>
          <p:spPr>
            <a:xfrm rot="-6012422" flipH="1">
              <a:off x="2790694" y="-200737"/>
              <a:ext cx="229556" cy="728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3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rot="-843289" flipH="1">
              <a:off x="8328748" y="3247005"/>
              <a:ext cx="548940" cy="731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3"/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 rot="7714949" flipH="1">
              <a:off x="8704268" y="128777"/>
              <a:ext cx="635438" cy="6354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4866275" y="2421751"/>
            <a:ext cx="2619300" cy="15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1658400" y="2421751"/>
            <a:ext cx="2619300" cy="15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658412" y="1924300"/>
            <a:ext cx="2619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4"/>
          </p:nvPr>
        </p:nvSpPr>
        <p:spPr>
          <a:xfrm>
            <a:off x="4866288" y="1924300"/>
            <a:ext cx="2619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74" name="Google Shape;74;p5"/>
          <p:cNvGrpSpPr/>
          <p:nvPr/>
        </p:nvGrpSpPr>
        <p:grpSpPr>
          <a:xfrm>
            <a:off x="-59657" y="-245152"/>
            <a:ext cx="9511199" cy="5930747"/>
            <a:chOff x="-59657" y="-245152"/>
            <a:chExt cx="9511199" cy="5930747"/>
          </a:xfrm>
        </p:grpSpPr>
        <p:grpSp>
          <p:nvGrpSpPr>
            <p:cNvPr id="75" name="Google Shape;75;p5"/>
            <p:cNvGrpSpPr/>
            <p:nvPr/>
          </p:nvGrpSpPr>
          <p:grpSpPr>
            <a:xfrm>
              <a:off x="5326868" y="-245152"/>
              <a:ext cx="2789256" cy="838865"/>
              <a:chOff x="4014343" y="4556773"/>
              <a:chExt cx="2789256" cy="838865"/>
            </a:xfrm>
          </p:grpSpPr>
          <p:pic>
            <p:nvPicPr>
              <p:cNvPr id="76" name="Google Shape;76;p5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5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" name="Google Shape;78;p5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flipH="1">
                <a:off x="6168159" y="4754995"/>
                <a:ext cx="635440" cy="6354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" name="Google Shape;79;p5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" name="Google Shape;80;p5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10800000" flipH="1">
                <a:off x="4014343" y="45567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" name="Google Shape;81;p5"/>
            <p:cNvGrpSpPr/>
            <p:nvPr/>
          </p:nvGrpSpPr>
          <p:grpSpPr>
            <a:xfrm rot="5400000">
              <a:off x="429959" y="3746051"/>
              <a:ext cx="1449928" cy="2429160"/>
              <a:chOff x="8015698" y="789037"/>
              <a:chExt cx="1449928" cy="2429160"/>
            </a:xfrm>
          </p:grpSpPr>
          <p:pic>
            <p:nvPicPr>
              <p:cNvPr id="82" name="Google Shape;82;p5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7620770" flipH="1">
                <a:off x="8625635" y="9627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5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10800000" flipH="1">
                <a:off x="8422117" y="2151579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" name="Google Shape;84;p5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605888" y="1916821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5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5203734" flipH="1">
                <a:off x="8113860" y="27190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5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" name="Google Shape;87;p5"/>
            <p:cNvGrpSpPr/>
            <p:nvPr/>
          </p:nvGrpSpPr>
          <p:grpSpPr>
            <a:xfrm>
              <a:off x="7485585" y="3730758"/>
              <a:ext cx="1965957" cy="1639086"/>
              <a:chOff x="7485585" y="3730758"/>
              <a:chExt cx="1965957" cy="1639086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7485585" y="4551414"/>
                <a:ext cx="1433894" cy="672561"/>
                <a:chOff x="2514710" y="4601164"/>
                <a:chExt cx="1433894" cy="672561"/>
              </a:xfrm>
            </p:grpSpPr>
            <p:pic>
              <p:nvPicPr>
                <p:cNvPr id="89" name="Google Shape;89;p5"/>
                <p:cNvPicPr preferRelativeResize="0"/>
                <p:nvPr/>
              </p:nvPicPr>
              <p:blipFill>
                <a:blip r:embed="rId8">
                  <a:alphaModFix amt="40000"/>
                </a:blip>
                <a:stretch>
                  <a:fillRect/>
                </a:stretch>
              </p:blipFill>
              <p:spPr>
                <a:xfrm rot="10800000" flipH="1">
                  <a:off x="2514710" y="4658246"/>
                  <a:ext cx="741901" cy="6154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0" name="Google Shape;90;p5"/>
                <p:cNvPicPr preferRelativeResize="0"/>
                <p:nvPr/>
              </p:nvPicPr>
              <p:blipFill>
                <a:blip r:embed="rId10">
                  <a:alphaModFix amt="40000"/>
                </a:blip>
                <a:stretch>
                  <a:fillRect/>
                </a:stretch>
              </p:blipFill>
              <p:spPr>
                <a:xfrm rot="-7620256" flipH="1">
                  <a:off x="3473819" y="4547788"/>
                  <a:ext cx="229556" cy="72859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91" name="Google Shape;91;p5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10800000" flipH="1">
                <a:off x="8669493" y="455142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" name="Google Shape;92;p5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3636287" flipH="1">
                <a:off x="8630398" y="38972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" name="Google Shape;93;p5"/>
              <p:cNvPicPr preferRelativeResize="0"/>
              <p:nvPr/>
            </p:nvPicPr>
            <p:blipFill>
              <a:blip r:embed="rId11">
                <a:alphaModFix amt="40000"/>
              </a:blip>
              <a:stretch>
                <a:fillRect/>
              </a:stretch>
            </p:blipFill>
            <p:spPr>
              <a:xfrm rot="10800000" flipH="1">
                <a:off x="8428891" y="4184711"/>
                <a:ext cx="295064" cy="3360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>
            <a:off x="-744506" y="-419052"/>
            <a:ext cx="10059638" cy="5851596"/>
            <a:chOff x="-744506" y="-419052"/>
            <a:chExt cx="10059638" cy="5851596"/>
          </a:xfrm>
        </p:grpSpPr>
        <p:grpSp>
          <p:nvGrpSpPr>
            <p:cNvPr id="98" name="Google Shape;98;p6"/>
            <p:cNvGrpSpPr/>
            <p:nvPr/>
          </p:nvGrpSpPr>
          <p:grpSpPr>
            <a:xfrm>
              <a:off x="5520646" y="4550432"/>
              <a:ext cx="1925190" cy="882112"/>
              <a:chOff x="4768746" y="4556782"/>
              <a:chExt cx="1925190" cy="882112"/>
            </a:xfrm>
          </p:grpSpPr>
          <p:pic>
            <p:nvPicPr>
              <p:cNvPr id="99" name="Google Shape;99;p6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6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6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6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6030218" y="46204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" name="Google Shape;103;p6"/>
            <p:cNvGrpSpPr/>
            <p:nvPr/>
          </p:nvGrpSpPr>
          <p:grpSpPr>
            <a:xfrm rot="-10005018">
              <a:off x="-485423" y="-144896"/>
              <a:ext cx="1449957" cy="2429208"/>
              <a:chOff x="8015698" y="789037"/>
              <a:chExt cx="1449928" cy="2429160"/>
            </a:xfrm>
          </p:grpSpPr>
          <p:pic>
            <p:nvPicPr>
              <p:cNvPr id="104" name="Google Shape;104;p6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7620770" flipH="1">
                <a:off x="8625635" y="9627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6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8422117" y="2151579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6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605888" y="1916821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" name="Google Shape;107;p6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5203734" flipH="1">
                <a:off x="8113860" y="27190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" name="Google Shape;108;p6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" name="Google Shape;109;p6"/>
            <p:cNvGrpSpPr/>
            <p:nvPr/>
          </p:nvGrpSpPr>
          <p:grpSpPr>
            <a:xfrm rot="-5400000">
              <a:off x="7512610" y="-255617"/>
              <a:ext cx="1965957" cy="1639086"/>
              <a:chOff x="7485585" y="3730758"/>
              <a:chExt cx="1965957" cy="1639086"/>
            </a:xfrm>
          </p:grpSpPr>
          <p:grpSp>
            <p:nvGrpSpPr>
              <p:cNvPr id="110" name="Google Shape;110;p6"/>
              <p:cNvGrpSpPr/>
              <p:nvPr/>
            </p:nvGrpSpPr>
            <p:grpSpPr>
              <a:xfrm>
                <a:off x="7485585" y="4551414"/>
                <a:ext cx="1433894" cy="672561"/>
                <a:chOff x="2514710" y="4601164"/>
                <a:chExt cx="1433894" cy="672561"/>
              </a:xfrm>
            </p:grpSpPr>
            <p:pic>
              <p:nvPicPr>
                <p:cNvPr id="111" name="Google Shape;111;p6"/>
                <p:cNvPicPr preferRelativeResize="0"/>
                <p:nvPr/>
              </p:nvPicPr>
              <p:blipFill>
                <a:blip r:embed="rId7">
                  <a:alphaModFix amt="40000"/>
                </a:blip>
                <a:stretch>
                  <a:fillRect/>
                </a:stretch>
              </p:blipFill>
              <p:spPr>
                <a:xfrm rot="10800000" flipH="1">
                  <a:off x="2514710" y="4658246"/>
                  <a:ext cx="741901" cy="6154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2" name="Google Shape;112;p6"/>
                <p:cNvPicPr preferRelativeResize="0"/>
                <p:nvPr/>
              </p:nvPicPr>
              <p:blipFill>
                <a:blip r:embed="rId9">
                  <a:alphaModFix amt="40000"/>
                </a:blip>
                <a:stretch>
                  <a:fillRect/>
                </a:stretch>
              </p:blipFill>
              <p:spPr>
                <a:xfrm rot="-7620256" flipH="1">
                  <a:off x="3473819" y="4547788"/>
                  <a:ext cx="229556" cy="72859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13" name="Google Shape;113;p6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8669493" y="455142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" name="Google Shape;114;p6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3636287" flipH="1">
                <a:off x="8630398" y="38972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" name="Google Shape;115;p6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 flipH="1">
                <a:off x="8428891" y="4184711"/>
                <a:ext cx="295064" cy="3360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>
            <a:spLocks noGrp="1"/>
          </p:cNvSpPr>
          <p:nvPr>
            <p:ph type="title"/>
          </p:nvPr>
        </p:nvSpPr>
        <p:spPr>
          <a:xfrm>
            <a:off x="715088" y="1141750"/>
            <a:ext cx="3173700" cy="11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body" idx="1"/>
          </p:nvPr>
        </p:nvSpPr>
        <p:spPr>
          <a:xfrm>
            <a:off x="715088" y="2168350"/>
            <a:ext cx="3173700" cy="18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7"/>
          <p:cNvSpPr>
            <a:spLocks noGrp="1"/>
          </p:cNvSpPr>
          <p:nvPr>
            <p:ph type="pic" idx="2"/>
          </p:nvPr>
        </p:nvSpPr>
        <p:spPr>
          <a:xfrm>
            <a:off x="3888800" y="535000"/>
            <a:ext cx="4540200" cy="4073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1" name="Google Shape;121;p7"/>
          <p:cNvGrpSpPr/>
          <p:nvPr/>
        </p:nvGrpSpPr>
        <p:grpSpPr>
          <a:xfrm>
            <a:off x="-291450" y="-262423"/>
            <a:ext cx="9971725" cy="5486310"/>
            <a:chOff x="-291450" y="-262423"/>
            <a:chExt cx="9971725" cy="5486310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-291450" y="-262423"/>
              <a:ext cx="2385120" cy="2506972"/>
              <a:chOff x="-291450" y="-262423"/>
              <a:chExt cx="2385120" cy="2506972"/>
            </a:xfrm>
          </p:grpSpPr>
          <p:pic>
            <p:nvPicPr>
              <p:cNvPr id="123" name="Google Shape;123;p7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>
                <a:off x="665729" y="-262423"/>
                <a:ext cx="663718" cy="8184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7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>
                <a:off x="1544730" y="-101198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" name="Google Shape;125;p7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>
                <a:off x="-291450" y="535010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7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>
                <a:off x="155035" y="1093658"/>
                <a:ext cx="510680" cy="5605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" name="Google Shape;127;p7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>
                <a:off x="-22944" y="-79433"/>
                <a:ext cx="635439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" name="Google Shape;128;p7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>
                <a:off x="71852" y="1913520"/>
                <a:ext cx="385921" cy="3310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" name="Google Shape;129;p7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6012421">
                <a:off x="362985" y="292562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0" name="Google Shape;130;p7"/>
            <p:cNvGrpSpPr/>
            <p:nvPr/>
          </p:nvGrpSpPr>
          <p:grpSpPr>
            <a:xfrm>
              <a:off x="7479574" y="2979839"/>
              <a:ext cx="2200701" cy="2244048"/>
              <a:chOff x="7479574" y="2979839"/>
              <a:chExt cx="2200701" cy="2244048"/>
            </a:xfrm>
          </p:grpSpPr>
          <p:pic>
            <p:nvPicPr>
              <p:cNvPr id="131" name="Google Shape;131;p7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6398703">
                <a:off x="8898163" y="3073087"/>
                <a:ext cx="553930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" name="Google Shape;132;p7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-5400000">
                <a:off x="8678422" y="3699190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" name="Google Shape;133;p7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>
                <a:off x="8547532" y="3466307"/>
                <a:ext cx="553930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" name="Google Shape;134;p7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rot="10800000">
                <a:off x="8428893" y="4283336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7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>
                <a:off x="8938375" y="4399769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" name="Google Shape;136;p7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8099933">
                <a:off x="7958583" y="4598018"/>
                <a:ext cx="451884" cy="4518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" name="Google Shape;137;p7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>
                <a:off x="7479574" y="4753049"/>
                <a:ext cx="548925" cy="470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41" name="Google Shape;141;p8"/>
          <p:cNvGrpSpPr/>
          <p:nvPr/>
        </p:nvGrpSpPr>
        <p:grpSpPr>
          <a:xfrm>
            <a:off x="-291450" y="-262423"/>
            <a:ext cx="9971725" cy="5486310"/>
            <a:chOff x="-291450" y="-262423"/>
            <a:chExt cx="9971725" cy="5486310"/>
          </a:xfrm>
        </p:grpSpPr>
        <p:grpSp>
          <p:nvGrpSpPr>
            <p:cNvPr id="142" name="Google Shape;142;p8"/>
            <p:cNvGrpSpPr/>
            <p:nvPr/>
          </p:nvGrpSpPr>
          <p:grpSpPr>
            <a:xfrm>
              <a:off x="-291450" y="-262423"/>
              <a:ext cx="2385120" cy="2506972"/>
              <a:chOff x="-291450" y="-262423"/>
              <a:chExt cx="2385120" cy="2506972"/>
            </a:xfrm>
          </p:grpSpPr>
          <p:pic>
            <p:nvPicPr>
              <p:cNvPr id="143" name="Google Shape;143;p8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>
                <a:off x="665729" y="-262423"/>
                <a:ext cx="663718" cy="8184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4" name="Google Shape;144;p8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>
                <a:off x="1544730" y="-101198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5" name="Google Shape;145;p8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>
                <a:off x="-291450" y="535010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" name="Google Shape;146;p8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>
                <a:off x="155035" y="1093658"/>
                <a:ext cx="510680" cy="5605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8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>
                <a:off x="-22944" y="-79433"/>
                <a:ext cx="635439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" name="Google Shape;148;p8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>
                <a:off x="71852" y="1913520"/>
                <a:ext cx="385921" cy="3310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9" name="Google Shape;149;p8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6012421">
                <a:off x="362985" y="292562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0" name="Google Shape;150;p8"/>
            <p:cNvGrpSpPr/>
            <p:nvPr/>
          </p:nvGrpSpPr>
          <p:grpSpPr>
            <a:xfrm>
              <a:off x="7479574" y="2979839"/>
              <a:ext cx="2200701" cy="2244048"/>
              <a:chOff x="7479574" y="2979839"/>
              <a:chExt cx="2200701" cy="2244048"/>
            </a:xfrm>
          </p:grpSpPr>
          <p:pic>
            <p:nvPicPr>
              <p:cNvPr id="151" name="Google Shape;151;p8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6398703">
                <a:off x="8898163" y="3073087"/>
                <a:ext cx="553930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8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-5400000">
                <a:off x="8678422" y="3699190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8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>
                <a:off x="8547532" y="3466307"/>
                <a:ext cx="553930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8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rot="10800000">
                <a:off x="8428893" y="4283336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8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>
                <a:off x="8938375" y="4399769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" name="Google Shape;156;p8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8099933">
                <a:off x="7958583" y="4598018"/>
                <a:ext cx="451884" cy="4518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" name="Google Shape;157;p8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>
                <a:off x="7479574" y="4753049"/>
                <a:ext cx="548925" cy="470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209525" y="433092"/>
            <a:ext cx="9498146" cy="4277320"/>
            <a:chOff x="-209525" y="433092"/>
            <a:chExt cx="9498146" cy="4277320"/>
          </a:xfrm>
        </p:grpSpPr>
        <p:grpSp>
          <p:nvGrpSpPr>
            <p:cNvPr id="163" name="Google Shape;163;p9"/>
            <p:cNvGrpSpPr/>
            <p:nvPr/>
          </p:nvGrpSpPr>
          <p:grpSpPr>
            <a:xfrm>
              <a:off x="8317190" y="503889"/>
              <a:ext cx="971431" cy="3989084"/>
              <a:chOff x="8317190" y="503889"/>
              <a:chExt cx="971431" cy="3989084"/>
            </a:xfrm>
          </p:grpSpPr>
          <p:pic>
            <p:nvPicPr>
              <p:cNvPr id="164" name="Google Shape;164;p9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5400000">
                <a:off x="8547551" y="3072754"/>
                <a:ext cx="663718" cy="8184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5" name="Google Shape;165;p9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rot="5400000">
                <a:off x="8444465" y="3852542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" name="Google Shape;166;p9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5400000">
                <a:off x="8449465" y="2487920"/>
                <a:ext cx="635439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" name="Google Shape;167;p9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6398703">
                <a:off x="8490225" y="597137"/>
                <a:ext cx="553930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" name="Google Shape;168;p9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-5400000">
                <a:off x="8566709" y="969340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p9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>
                <a:off x="8449487" y="1713357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0" name="Google Shape;170;p9"/>
            <p:cNvGrpSpPr/>
            <p:nvPr/>
          </p:nvGrpSpPr>
          <p:grpSpPr>
            <a:xfrm>
              <a:off x="-209525" y="433092"/>
              <a:ext cx="1148084" cy="4277320"/>
              <a:chOff x="-209525" y="433092"/>
              <a:chExt cx="1148084" cy="4277320"/>
            </a:xfrm>
          </p:grpSpPr>
          <p:pic>
            <p:nvPicPr>
              <p:cNvPr id="171" name="Google Shape;171;p9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-209525" y="1527369"/>
                <a:ext cx="741900" cy="6156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2" name="Google Shape;172;p9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10800000" flipH="1">
                <a:off x="121360" y="922665"/>
                <a:ext cx="510680" cy="560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" name="Google Shape;173;p9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 flipH="1">
                <a:off x="58981" y="2121970"/>
                <a:ext cx="635439" cy="6355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p9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flipH="1">
                <a:off x="153777" y="433092"/>
                <a:ext cx="385921" cy="3310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9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4787698" flipH="1">
                <a:off x="444887" y="1656799"/>
                <a:ext cx="229601" cy="728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" name="Google Shape;176;p9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-8914247">
                <a:off x="-97678" y="4118055"/>
                <a:ext cx="557168" cy="4834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" name="Google Shape;177;p9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5400000">
                <a:off x="421950" y="3599166"/>
                <a:ext cx="229602" cy="7342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" name="Google Shape;178;p9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>
                <a:off x="-86193" y="2969816"/>
                <a:ext cx="747687" cy="6156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2" hasCustomPrompt="1"/>
          </p:nvPr>
        </p:nvSpPr>
        <p:spPr>
          <a:xfrm>
            <a:off x="719975" y="1536048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3" hasCustomPrompt="1"/>
          </p:nvPr>
        </p:nvSpPr>
        <p:spPr>
          <a:xfrm>
            <a:off x="719975" y="3121902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536048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3121902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25" y="1536048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25" y="3121902"/>
            <a:ext cx="734700" cy="54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"/>
          </p:nvPr>
        </p:nvSpPr>
        <p:spPr>
          <a:xfrm>
            <a:off x="719975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8"/>
          </p:nvPr>
        </p:nvSpPr>
        <p:spPr>
          <a:xfrm>
            <a:off x="3419250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9"/>
          </p:nvPr>
        </p:nvSpPr>
        <p:spPr>
          <a:xfrm>
            <a:off x="6118525" y="2056575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3"/>
          </p:nvPr>
        </p:nvSpPr>
        <p:spPr>
          <a:xfrm>
            <a:off x="719975" y="36424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14"/>
          </p:nvPr>
        </p:nvSpPr>
        <p:spPr>
          <a:xfrm>
            <a:off x="3419250" y="36424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subTitle" idx="15"/>
          </p:nvPr>
        </p:nvSpPr>
        <p:spPr>
          <a:xfrm>
            <a:off x="6118525" y="3642450"/>
            <a:ext cx="23055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35" name="Google Shape;235;p13"/>
          <p:cNvGrpSpPr/>
          <p:nvPr/>
        </p:nvGrpSpPr>
        <p:grpSpPr>
          <a:xfrm>
            <a:off x="-479190" y="929712"/>
            <a:ext cx="10025191" cy="4465926"/>
            <a:chOff x="-479190" y="929712"/>
            <a:chExt cx="10025191" cy="4465926"/>
          </a:xfrm>
        </p:grpSpPr>
        <p:grpSp>
          <p:nvGrpSpPr>
            <p:cNvPr id="236" name="Google Shape;236;p13"/>
            <p:cNvGrpSpPr/>
            <p:nvPr/>
          </p:nvGrpSpPr>
          <p:grpSpPr>
            <a:xfrm>
              <a:off x="2514710" y="4556773"/>
              <a:ext cx="4288889" cy="838865"/>
              <a:chOff x="2514710" y="4556773"/>
              <a:chExt cx="4288889" cy="838865"/>
            </a:xfrm>
          </p:grpSpPr>
          <p:pic>
            <p:nvPicPr>
              <p:cNvPr id="237" name="Google Shape;237;p13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8" name="Google Shape;238;p13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13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flipH="1">
                <a:off x="6168159" y="4754995"/>
                <a:ext cx="635440" cy="6354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" name="Google Shape;240;p13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1" name="Google Shape;241;p13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10800000" flipH="1">
                <a:off x="4014343" y="45567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p13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2514710" y="4658246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13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-6012422" flipH="1">
                <a:off x="3520694" y="4601688"/>
                <a:ext cx="229556" cy="7285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4" name="Google Shape;244;p13"/>
            <p:cNvGrpSpPr/>
            <p:nvPr/>
          </p:nvGrpSpPr>
          <p:grpSpPr>
            <a:xfrm>
              <a:off x="8388520" y="929712"/>
              <a:ext cx="1157481" cy="2516185"/>
              <a:chOff x="8388520" y="929712"/>
              <a:chExt cx="1157481" cy="2516185"/>
            </a:xfrm>
          </p:grpSpPr>
          <p:pic>
            <p:nvPicPr>
              <p:cNvPr id="245" name="Google Shape;245;p13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7620770" flipH="1">
                <a:off x="8706010" y="1103434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13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 flipH="1">
                <a:off x="8424004" y="2124804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13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746538" y="1856546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13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5203734" flipH="1">
                <a:off x="8741285" y="29467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13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0" name="Google Shape;250;p13"/>
            <p:cNvGrpSpPr/>
            <p:nvPr/>
          </p:nvGrpSpPr>
          <p:grpSpPr>
            <a:xfrm>
              <a:off x="-479190" y="989025"/>
              <a:ext cx="1085887" cy="2260751"/>
              <a:chOff x="-479190" y="989025"/>
              <a:chExt cx="1085887" cy="2260751"/>
            </a:xfrm>
          </p:grpSpPr>
          <p:pic>
            <p:nvPicPr>
              <p:cNvPr id="251" name="Google Shape;251;p13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flipH="1">
                <a:off x="-165632" y="989025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" name="Google Shape;252;p13"/>
              <p:cNvPicPr preferRelativeResize="0"/>
              <p:nvPr/>
            </p:nvPicPr>
            <p:blipFill>
              <a:blip r:embed="rId11">
                <a:alphaModFix amt="40000"/>
              </a:blip>
              <a:stretch>
                <a:fillRect/>
              </a:stretch>
            </p:blipFill>
            <p:spPr>
              <a:xfrm rot="10800000" flipH="1">
                <a:off x="190365" y="1604497"/>
                <a:ext cx="385922" cy="331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p13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7714949" flipH="1">
                <a:off x="-263357" y="1870077"/>
                <a:ext cx="635438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4" name="Google Shape;254;p13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-479190" y="2634296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" name="Google Shape;255;p13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7758" y="2286142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17"/>
          <p:cNvSpPr txBox="1">
            <a:spLocks noGrp="1"/>
          </p:cNvSpPr>
          <p:nvPr>
            <p:ph type="subTitle" idx="1"/>
          </p:nvPr>
        </p:nvSpPr>
        <p:spPr>
          <a:xfrm>
            <a:off x="937625" y="242175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subTitle" idx="2"/>
          </p:nvPr>
        </p:nvSpPr>
        <p:spPr>
          <a:xfrm>
            <a:off x="3484347" y="242175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subTitle" idx="3"/>
          </p:nvPr>
        </p:nvSpPr>
        <p:spPr>
          <a:xfrm>
            <a:off x="6031075" y="242175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subTitle" idx="4"/>
          </p:nvPr>
        </p:nvSpPr>
        <p:spPr>
          <a:xfrm>
            <a:off x="937625" y="19555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subTitle" idx="5"/>
          </p:nvPr>
        </p:nvSpPr>
        <p:spPr>
          <a:xfrm>
            <a:off x="3484350" y="19555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subTitle" idx="6"/>
          </p:nvPr>
        </p:nvSpPr>
        <p:spPr>
          <a:xfrm>
            <a:off x="6031075" y="195550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40" name="Google Shape;340;p17"/>
          <p:cNvGrpSpPr/>
          <p:nvPr/>
        </p:nvGrpSpPr>
        <p:grpSpPr>
          <a:xfrm>
            <a:off x="-116642" y="1433012"/>
            <a:ext cx="9365942" cy="3076075"/>
            <a:chOff x="-116642" y="1433012"/>
            <a:chExt cx="9365942" cy="3076075"/>
          </a:xfrm>
        </p:grpSpPr>
        <p:grpSp>
          <p:nvGrpSpPr>
            <p:cNvPr id="341" name="Google Shape;341;p17"/>
            <p:cNvGrpSpPr/>
            <p:nvPr/>
          </p:nvGrpSpPr>
          <p:grpSpPr>
            <a:xfrm>
              <a:off x="-116642" y="2011158"/>
              <a:ext cx="850332" cy="1911574"/>
              <a:chOff x="-116642" y="2011158"/>
              <a:chExt cx="850332" cy="1911574"/>
            </a:xfrm>
          </p:grpSpPr>
          <p:pic>
            <p:nvPicPr>
              <p:cNvPr id="342" name="Google Shape;342;p17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>
                <a:off x="-3" y="2086215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" name="Google Shape;343;p17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>
                <a:off x="223010" y="2011158"/>
                <a:ext cx="510680" cy="5605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17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>
                <a:off x="31499" y="2657233"/>
                <a:ext cx="637102" cy="8932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17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-684309">
                <a:off x="-49695" y="3143761"/>
                <a:ext cx="548939" cy="7319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" name="Google Shape;346;p17"/>
            <p:cNvGrpSpPr/>
            <p:nvPr/>
          </p:nvGrpSpPr>
          <p:grpSpPr>
            <a:xfrm>
              <a:off x="8280076" y="1433012"/>
              <a:ext cx="969224" cy="3076075"/>
              <a:chOff x="8280076" y="1433012"/>
              <a:chExt cx="969224" cy="3076075"/>
            </a:xfrm>
          </p:grpSpPr>
          <p:pic>
            <p:nvPicPr>
              <p:cNvPr id="347" name="Google Shape;347;p17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>
                <a:off x="8624788" y="1433012"/>
                <a:ext cx="553930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8" name="Google Shape;348;p17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>
                <a:off x="8428900" y="3621098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9" name="Google Shape;349;p17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>
                <a:off x="8507400" y="2796119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0" name="Google Shape;350;p17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6012421">
                <a:off x="8685072" y="2296412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1" name="Google Shape;351;p17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8100000">
                <a:off x="8411681" y="1901625"/>
                <a:ext cx="635438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2" name="Google Shape;352;p17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>
                <a:off x="8420974" y="4038249"/>
                <a:ext cx="548925" cy="470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subTitle" idx="1"/>
          </p:nvPr>
        </p:nvSpPr>
        <p:spPr>
          <a:xfrm>
            <a:off x="1163725" y="1357462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2"/>
          </p:nvPr>
        </p:nvSpPr>
        <p:spPr>
          <a:xfrm>
            <a:off x="1163725" y="1832375"/>
            <a:ext cx="2967000" cy="848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subTitle" idx="3"/>
          </p:nvPr>
        </p:nvSpPr>
        <p:spPr>
          <a:xfrm>
            <a:off x="5013250" y="1832375"/>
            <a:ext cx="2967000" cy="848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4"/>
          </p:nvPr>
        </p:nvSpPr>
        <p:spPr>
          <a:xfrm>
            <a:off x="1163725" y="3580700"/>
            <a:ext cx="2967000" cy="848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8"/>
          <p:cNvSpPr txBox="1">
            <a:spLocks noGrp="1"/>
          </p:cNvSpPr>
          <p:nvPr>
            <p:ph type="subTitle" idx="5"/>
          </p:nvPr>
        </p:nvSpPr>
        <p:spPr>
          <a:xfrm>
            <a:off x="5013250" y="3580700"/>
            <a:ext cx="2967000" cy="848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18"/>
          <p:cNvSpPr txBox="1">
            <a:spLocks noGrp="1"/>
          </p:cNvSpPr>
          <p:nvPr>
            <p:ph type="subTitle" idx="6"/>
          </p:nvPr>
        </p:nvSpPr>
        <p:spPr>
          <a:xfrm>
            <a:off x="1163725" y="3105787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2" name="Google Shape;362;p18"/>
          <p:cNvSpPr txBox="1">
            <a:spLocks noGrp="1"/>
          </p:cNvSpPr>
          <p:nvPr>
            <p:ph type="subTitle" idx="7"/>
          </p:nvPr>
        </p:nvSpPr>
        <p:spPr>
          <a:xfrm>
            <a:off x="5013250" y="1357462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3" name="Google Shape;363;p18"/>
          <p:cNvSpPr txBox="1">
            <a:spLocks noGrp="1"/>
          </p:cNvSpPr>
          <p:nvPr>
            <p:ph type="subTitle" idx="8"/>
          </p:nvPr>
        </p:nvSpPr>
        <p:spPr>
          <a:xfrm>
            <a:off x="5013250" y="3105787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64" name="Google Shape;364;p18"/>
          <p:cNvGrpSpPr/>
          <p:nvPr/>
        </p:nvGrpSpPr>
        <p:grpSpPr>
          <a:xfrm>
            <a:off x="-744506" y="-419052"/>
            <a:ext cx="10059638" cy="5851596"/>
            <a:chOff x="-744506" y="-419052"/>
            <a:chExt cx="10059638" cy="5851596"/>
          </a:xfrm>
        </p:grpSpPr>
        <p:grpSp>
          <p:nvGrpSpPr>
            <p:cNvPr id="365" name="Google Shape;365;p18"/>
            <p:cNvGrpSpPr/>
            <p:nvPr/>
          </p:nvGrpSpPr>
          <p:grpSpPr>
            <a:xfrm>
              <a:off x="5520646" y="4550432"/>
              <a:ext cx="1925190" cy="882112"/>
              <a:chOff x="4768746" y="4556782"/>
              <a:chExt cx="1925190" cy="882112"/>
            </a:xfrm>
          </p:grpSpPr>
          <p:pic>
            <p:nvPicPr>
              <p:cNvPr id="366" name="Google Shape;366;p18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7" name="Google Shape;367;p18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8" name="Google Shape;368;p18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9" name="Google Shape;369;p18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6030218" y="46204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0" name="Google Shape;370;p18"/>
            <p:cNvGrpSpPr/>
            <p:nvPr/>
          </p:nvGrpSpPr>
          <p:grpSpPr>
            <a:xfrm rot="-10005018">
              <a:off x="-485423" y="-144896"/>
              <a:ext cx="1449957" cy="2429208"/>
              <a:chOff x="8015698" y="789037"/>
              <a:chExt cx="1449928" cy="2429160"/>
            </a:xfrm>
          </p:grpSpPr>
          <p:pic>
            <p:nvPicPr>
              <p:cNvPr id="371" name="Google Shape;371;p18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7620770" flipH="1">
                <a:off x="8625635" y="9627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2" name="Google Shape;372;p18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8422117" y="2151579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3" name="Google Shape;373;p18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605888" y="1916821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4" name="Google Shape;374;p18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5203734" flipH="1">
                <a:off x="8113860" y="27190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5" name="Google Shape;375;p18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6" name="Google Shape;376;p18"/>
            <p:cNvGrpSpPr/>
            <p:nvPr/>
          </p:nvGrpSpPr>
          <p:grpSpPr>
            <a:xfrm rot="-5400000">
              <a:off x="7512610" y="-255617"/>
              <a:ext cx="1965957" cy="1639086"/>
              <a:chOff x="7485585" y="3730758"/>
              <a:chExt cx="1965957" cy="1639086"/>
            </a:xfrm>
          </p:grpSpPr>
          <p:grpSp>
            <p:nvGrpSpPr>
              <p:cNvPr id="377" name="Google Shape;377;p18"/>
              <p:cNvGrpSpPr/>
              <p:nvPr/>
            </p:nvGrpSpPr>
            <p:grpSpPr>
              <a:xfrm>
                <a:off x="7485585" y="4551414"/>
                <a:ext cx="1433894" cy="672561"/>
                <a:chOff x="2514710" y="4601164"/>
                <a:chExt cx="1433894" cy="672561"/>
              </a:xfrm>
            </p:grpSpPr>
            <p:pic>
              <p:nvPicPr>
                <p:cNvPr id="378" name="Google Shape;378;p18"/>
                <p:cNvPicPr preferRelativeResize="0"/>
                <p:nvPr/>
              </p:nvPicPr>
              <p:blipFill>
                <a:blip r:embed="rId7">
                  <a:alphaModFix amt="40000"/>
                </a:blip>
                <a:stretch>
                  <a:fillRect/>
                </a:stretch>
              </p:blipFill>
              <p:spPr>
                <a:xfrm rot="10800000" flipH="1">
                  <a:off x="2514710" y="4658246"/>
                  <a:ext cx="741901" cy="6154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9" name="Google Shape;379;p18"/>
                <p:cNvPicPr preferRelativeResize="0"/>
                <p:nvPr/>
              </p:nvPicPr>
              <p:blipFill>
                <a:blip r:embed="rId9">
                  <a:alphaModFix amt="40000"/>
                </a:blip>
                <a:stretch>
                  <a:fillRect/>
                </a:stretch>
              </p:blipFill>
              <p:spPr>
                <a:xfrm rot="-7620256" flipH="1">
                  <a:off x="3473819" y="4547788"/>
                  <a:ext cx="229556" cy="72859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80" name="Google Shape;380;p18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8669493" y="455142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1" name="Google Shape;381;p18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3636287" flipH="1">
                <a:off x="8630398" y="38972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2" name="Google Shape;382;p18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 flipH="1">
                <a:off x="8428891" y="4184711"/>
                <a:ext cx="295064" cy="3360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p23"/>
          <p:cNvGrpSpPr/>
          <p:nvPr/>
        </p:nvGrpSpPr>
        <p:grpSpPr>
          <a:xfrm>
            <a:off x="-744506" y="-419052"/>
            <a:ext cx="10059638" cy="5851596"/>
            <a:chOff x="-744506" y="-419052"/>
            <a:chExt cx="10059638" cy="5851596"/>
          </a:xfrm>
        </p:grpSpPr>
        <p:grpSp>
          <p:nvGrpSpPr>
            <p:cNvPr id="491" name="Google Shape;491;p23"/>
            <p:cNvGrpSpPr/>
            <p:nvPr/>
          </p:nvGrpSpPr>
          <p:grpSpPr>
            <a:xfrm>
              <a:off x="5520646" y="4550432"/>
              <a:ext cx="1925190" cy="882112"/>
              <a:chOff x="4768746" y="4556782"/>
              <a:chExt cx="1925190" cy="882112"/>
            </a:xfrm>
          </p:grpSpPr>
          <p:pic>
            <p:nvPicPr>
              <p:cNvPr id="492" name="Google Shape;492;p23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3" name="Google Shape;493;p23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4" name="Google Shape;494;p23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5" name="Google Shape;495;p23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6030218" y="46204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6" name="Google Shape;496;p23"/>
            <p:cNvGrpSpPr/>
            <p:nvPr/>
          </p:nvGrpSpPr>
          <p:grpSpPr>
            <a:xfrm rot="-10005018">
              <a:off x="-485423" y="-144896"/>
              <a:ext cx="1449957" cy="2429208"/>
              <a:chOff x="8015698" y="789037"/>
              <a:chExt cx="1449928" cy="2429160"/>
            </a:xfrm>
          </p:grpSpPr>
          <p:pic>
            <p:nvPicPr>
              <p:cNvPr id="497" name="Google Shape;497;p23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7620770" flipH="1">
                <a:off x="8625635" y="9627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8" name="Google Shape;498;p23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8422117" y="2151579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9" name="Google Shape;499;p23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605888" y="1916821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0" name="Google Shape;500;p23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5203734" flipH="1">
                <a:off x="8113860" y="27190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1" name="Google Shape;501;p23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02" name="Google Shape;502;p23"/>
            <p:cNvGrpSpPr/>
            <p:nvPr/>
          </p:nvGrpSpPr>
          <p:grpSpPr>
            <a:xfrm rot="-5400000">
              <a:off x="7512610" y="-255617"/>
              <a:ext cx="1965957" cy="1639086"/>
              <a:chOff x="7485585" y="3730758"/>
              <a:chExt cx="1965957" cy="1639086"/>
            </a:xfrm>
          </p:grpSpPr>
          <p:grpSp>
            <p:nvGrpSpPr>
              <p:cNvPr id="503" name="Google Shape;503;p23"/>
              <p:cNvGrpSpPr/>
              <p:nvPr/>
            </p:nvGrpSpPr>
            <p:grpSpPr>
              <a:xfrm>
                <a:off x="7485585" y="4551414"/>
                <a:ext cx="1433894" cy="672561"/>
                <a:chOff x="2514710" y="4601164"/>
                <a:chExt cx="1433894" cy="672561"/>
              </a:xfrm>
            </p:grpSpPr>
            <p:pic>
              <p:nvPicPr>
                <p:cNvPr id="504" name="Google Shape;504;p23"/>
                <p:cNvPicPr preferRelativeResize="0"/>
                <p:nvPr/>
              </p:nvPicPr>
              <p:blipFill>
                <a:blip r:embed="rId7">
                  <a:alphaModFix amt="40000"/>
                </a:blip>
                <a:stretch>
                  <a:fillRect/>
                </a:stretch>
              </p:blipFill>
              <p:spPr>
                <a:xfrm rot="10800000" flipH="1">
                  <a:off x="2514710" y="4658246"/>
                  <a:ext cx="741901" cy="6154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5" name="Google Shape;505;p23"/>
                <p:cNvPicPr preferRelativeResize="0"/>
                <p:nvPr/>
              </p:nvPicPr>
              <p:blipFill>
                <a:blip r:embed="rId9">
                  <a:alphaModFix amt="40000"/>
                </a:blip>
                <a:stretch>
                  <a:fillRect/>
                </a:stretch>
              </p:blipFill>
              <p:spPr>
                <a:xfrm rot="-7620256" flipH="1">
                  <a:off x="3473819" y="4547788"/>
                  <a:ext cx="229556" cy="72859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06" name="Google Shape;506;p23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8669493" y="455142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7" name="Google Shape;507;p23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3636287" flipH="1">
                <a:off x="8630398" y="3897259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8" name="Google Shape;508;p23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 flipH="1">
                <a:off x="8428891" y="4184711"/>
                <a:ext cx="295064" cy="3360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2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24"/>
          <p:cNvGrpSpPr/>
          <p:nvPr/>
        </p:nvGrpSpPr>
        <p:grpSpPr>
          <a:xfrm>
            <a:off x="-479190" y="929712"/>
            <a:ext cx="10025191" cy="4465926"/>
            <a:chOff x="-479190" y="929712"/>
            <a:chExt cx="10025191" cy="4465926"/>
          </a:xfrm>
        </p:grpSpPr>
        <p:grpSp>
          <p:nvGrpSpPr>
            <p:cNvPr id="512" name="Google Shape;512;p24"/>
            <p:cNvGrpSpPr/>
            <p:nvPr/>
          </p:nvGrpSpPr>
          <p:grpSpPr>
            <a:xfrm>
              <a:off x="2514710" y="4556773"/>
              <a:ext cx="4288889" cy="838865"/>
              <a:chOff x="2514710" y="4556773"/>
              <a:chExt cx="4288889" cy="838865"/>
            </a:xfrm>
          </p:grpSpPr>
          <p:pic>
            <p:nvPicPr>
              <p:cNvPr id="513" name="Google Shape;513;p24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flipH="1">
                <a:off x="4768746" y="4754990"/>
                <a:ext cx="553931" cy="482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4" name="Google Shape;514;p24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555570" y="46637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5" name="Google Shape;515;p24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flipH="1">
                <a:off x="6168159" y="4754995"/>
                <a:ext cx="635440" cy="6354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6" name="Google Shape;516;p24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10800000" flipH="1">
                <a:off x="5159685" y="4556782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7" name="Google Shape;517;p24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10800000" flipH="1">
                <a:off x="4014343" y="4556773"/>
                <a:ext cx="663719" cy="818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8" name="Google Shape;518;p24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2514710" y="4658246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9" name="Google Shape;519;p24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-6012422" flipH="1">
                <a:off x="3520694" y="4601688"/>
                <a:ext cx="229556" cy="7285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0" name="Google Shape;520;p24"/>
            <p:cNvGrpSpPr/>
            <p:nvPr/>
          </p:nvGrpSpPr>
          <p:grpSpPr>
            <a:xfrm>
              <a:off x="8388520" y="929712"/>
              <a:ext cx="1157481" cy="2516185"/>
              <a:chOff x="8388520" y="929712"/>
              <a:chExt cx="1157481" cy="2516185"/>
            </a:xfrm>
          </p:grpSpPr>
          <p:pic>
            <p:nvPicPr>
              <p:cNvPr id="521" name="Google Shape;521;p24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7620770" flipH="1">
                <a:off x="8706010" y="1103434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2" name="Google Shape;522;p24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rot="10800000" flipH="1">
                <a:off x="8424004" y="2124804"/>
                <a:ext cx="637103" cy="893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3" name="Google Shape;523;p24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-4118873" flipH="1">
                <a:off x="8746538" y="1856546"/>
                <a:ext cx="553929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4" name="Google Shape;524;p24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5203734" flipH="1">
                <a:off x="8741285" y="2946707"/>
                <a:ext cx="395902" cy="570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5" name="Google Shape;525;p24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8388520" y="1324417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6" name="Google Shape;526;p24"/>
            <p:cNvGrpSpPr/>
            <p:nvPr/>
          </p:nvGrpSpPr>
          <p:grpSpPr>
            <a:xfrm>
              <a:off x="-479190" y="989025"/>
              <a:ext cx="1085887" cy="2260751"/>
              <a:chOff x="-479190" y="989025"/>
              <a:chExt cx="1085887" cy="2260751"/>
            </a:xfrm>
          </p:grpSpPr>
          <p:pic>
            <p:nvPicPr>
              <p:cNvPr id="527" name="Google Shape;527;p24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flipH="1">
                <a:off x="-165632" y="989025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8" name="Google Shape;528;p24"/>
              <p:cNvPicPr preferRelativeResize="0"/>
              <p:nvPr/>
            </p:nvPicPr>
            <p:blipFill>
              <a:blip r:embed="rId11">
                <a:alphaModFix amt="40000"/>
              </a:blip>
              <a:stretch>
                <a:fillRect/>
              </a:stretch>
            </p:blipFill>
            <p:spPr>
              <a:xfrm rot="10800000" flipH="1">
                <a:off x="190365" y="1604497"/>
                <a:ext cx="385922" cy="331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9" name="Google Shape;529;p24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7714949" flipH="1">
                <a:off x="-263357" y="1870077"/>
                <a:ext cx="635438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0" name="Google Shape;530;p24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-479190" y="2634296"/>
                <a:ext cx="741901" cy="615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1" name="Google Shape;531;p24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flipH="1">
                <a:off x="57758" y="2286142"/>
                <a:ext cx="548940" cy="731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2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54" y="0"/>
            <a:ext cx="914129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25"/>
          <p:cNvGrpSpPr/>
          <p:nvPr/>
        </p:nvGrpSpPr>
        <p:grpSpPr>
          <a:xfrm>
            <a:off x="-209525" y="433092"/>
            <a:ext cx="9498146" cy="4277320"/>
            <a:chOff x="-209525" y="433092"/>
            <a:chExt cx="9498146" cy="4277320"/>
          </a:xfrm>
        </p:grpSpPr>
        <p:grpSp>
          <p:nvGrpSpPr>
            <p:cNvPr id="535" name="Google Shape;535;p25"/>
            <p:cNvGrpSpPr/>
            <p:nvPr/>
          </p:nvGrpSpPr>
          <p:grpSpPr>
            <a:xfrm>
              <a:off x="8317190" y="503889"/>
              <a:ext cx="971431" cy="3989084"/>
              <a:chOff x="8317190" y="503889"/>
              <a:chExt cx="971431" cy="3989084"/>
            </a:xfrm>
          </p:grpSpPr>
          <p:pic>
            <p:nvPicPr>
              <p:cNvPr id="536" name="Google Shape;536;p25"/>
              <p:cNvPicPr preferRelativeResize="0"/>
              <p:nvPr/>
            </p:nvPicPr>
            <p:blipFill>
              <a:blip r:embed="rId3">
                <a:alphaModFix amt="40000"/>
              </a:blip>
              <a:stretch>
                <a:fillRect/>
              </a:stretch>
            </p:blipFill>
            <p:spPr>
              <a:xfrm rot="5400000">
                <a:off x="8547551" y="3072754"/>
                <a:ext cx="663718" cy="8184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7" name="Google Shape;537;p25"/>
              <p:cNvPicPr preferRelativeResize="0"/>
              <p:nvPr/>
            </p:nvPicPr>
            <p:blipFill>
              <a:blip r:embed="rId4">
                <a:alphaModFix amt="40000"/>
              </a:blip>
              <a:stretch>
                <a:fillRect/>
              </a:stretch>
            </p:blipFill>
            <p:spPr>
              <a:xfrm rot="5400000">
                <a:off x="8444465" y="3852542"/>
                <a:ext cx="548939" cy="731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8" name="Google Shape;538;p25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5400000">
                <a:off x="8449465" y="2487920"/>
                <a:ext cx="635439" cy="6354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9" name="Google Shape;539;p25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6398703">
                <a:off x="8490225" y="597137"/>
                <a:ext cx="553930" cy="482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0" name="Google Shape;540;p25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-5400000">
                <a:off x="8566709" y="969340"/>
                <a:ext cx="229556" cy="7285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1" name="Google Shape;541;p25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>
                <a:off x="8449487" y="1713357"/>
                <a:ext cx="741900" cy="6154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2" name="Google Shape;542;p25"/>
            <p:cNvGrpSpPr/>
            <p:nvPr/>
          </p:nvGrpSpPr>
          <p:grpSpPr>
            <a:xfrm>
              <a:off x="-209525" y="433092"/>
              <a:ext cx="1148084" cy="4277320"/>
              <a:chOff x="-209525" y="433092"/>
              <a:chExt cx="1148084" cy="4277320"/>
            </a:xfrm>
          </p:grpSpPr>
          <p:pic>
            <p:nvPicPr>
              <p:cNvPr id="543" name="Google Shape;543;p25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 rot="10800000" flipH="1">
                <a:off x="-209525" y="1527369"/>
                <a:ext cx="741900" cy="6156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4" name="Google Shape;544;p25"/>
              <p:cNvPicPr preferRelativeResize="0"/>
              <p:nvPr/>
            </p:nvPicPr>
            <p:blipFill>
              <a:blip r:embed="rId9">
                <a:alphaModFix amt="40000"/>
              </a:blip>
              <a:stretch>
                <a:fillRect/>
              </a:stretch>
            </p:blipFill>
            <p:spPr>
              <a:xfrm rot="10800000" flipH="1">
                <a:off x="121360" y="922665"/>
                <a:ext cx="510680" cy="560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5" name="Google Shape;545;p25"/>
              <p:cNvPicPr preferRelativeResize="0"/>
              <p:nvPr/>
            </p:nvPicPr>
            <p:blipFill>
              <a:blip r:embed="rId5">
                <a:alphaModFix amt="40000"/>
              </a:blip>
              <a:stretch>
                <a:fillRect/>
              </a:stretch>
            </p:blipFill>
            <p:spPr>
              <a:xfrm rot="10800000" flipH="1">
                <a:off x="58981" y="2121970"/>
                <a:ext cx="635439" cy="6355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6" name="Google Shape;546;p25"/>
              <p:cNvPicPr preferRelativeResize="0"/>
              <p:nvPr/>
            </p:nvPicPr>
            <p:blipFill>
              <a:blip r:embed="rId10">
                <a:alphaModFix amt="40000"/>
              </a:blip>
              <a:stretch>
                <a:fillRect/>
              </a:stretch>
            </p:blipFill>
            <p:spPr>
              <a:xfrm flipH="1">
                <a:off x="153777" y="433092"/>
                <a:ext cx="385921" cy="3310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7" name="Google Shape;547;p25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4787698" flipH="1">
                <a:off x="444887" y="1656799"/>
                <a:ext cx="229601" cy="728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8" name="Google Shape;548;p25"/>
              <p:cNvPicPr preferRelativeResize="0"/>
              <p:nvPr/>
            </p:nvPicPr>
            <p:blipFill>
              <a:blip r:embed="rId6">
                <a:alphaModFix amt="40000"/>
              </a:blip>
              <a:stretch>
                <a:fillRect/>
              </a:stretch>
            </p:blipFill>
            <p:spPr>
              <a:xfrm rot="-8914247">
                <a:off x="-97678" y="4118055"/>
                <a:ext cx="557168" cy="4834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9" name="Google Shape;549;p25"/>
              <p:cNvPicPr preferRelativeResize="0"/>
              <p:nvPr/>
            </p:nvPicPr>
            <p:blipFill>
              <a:blip r:embed="rId7">
                <a:alphaModFix amt="40000"/>
              </a:blip>
              <a:stretch>
                <a:fillRect/>
              </a:stretch>
            </p:blipFill>
            <p:spPr>
              <a:xfrm rot="5400000">
                <a:off x="421950" y="3599166"/>
                <a:ext cx="229602" cy="7342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0" name="Google Shape;550;p25"/>
              <p:cNvPicPr preferRelativeResize="0"/>
              <p:nvPr/>
            </p:nvPicPr>
            <p:blipFill>
              <a:blip r:embed="rId8">
                <a:alphaModFix amt="40000"/>
              </a:blip>
              <a:stretch>
                <a:fillRect/>
              </a:stretch>
            </p:blipFill>
            <p:spPr>
              <a:xfrm>
                <a:off x="-86193" y="2969816"/>
                <a:ext cx="747687" cy="6156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udex"/>
              <a:buNone/>
              <a:defRPr sz="3000" b="1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3" r:id="rId11"/>
    <p:sldLayoutId id="2147483664" r:id="rId12"/>
    <p:sldLayoutId id="2147483669" r:id="rId13"/>
    <p:sldLayoutId id="2147483670" r:id="rId14"/>
    <p:sldLayoutId id="214748367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29"/>
          <p:cNvGrpSpPr/>
          <p:nvPr/>
        </p:nvGrpSpPr>
        <p:grpSpPr>
          <a:xfrm>
            <a:off x="759482" y="442281"/>
            <a:ext cx="3689370" cy="3024010"/>
            <a:chOff x="759482" y="442281"/>
            <a:chExt cx="3689370" cy="3024010"/>
          </a:xfrm>
        </p:grpSpPr>
        <p:pic>
          <p:nvPicPr>
            <p:cNvPr id="564" name="Google Shape;56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71154" y="1060139"/>
              <a:ext cx="663718" cy="8184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p29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>
              <a:off x="1103802" y="729111"/>
              <a:ext cx="385921" cy="33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29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rot="10800000">
              <a:off x="2909503" y="442281"/>
              <a:ext cx="395902" cy="570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29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10800000">
              <a:off x="1019807" y="2046332"/>
              <a:ext cx="553930" cy="482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29"/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 rot="10800000">
              <a:off x="2300225" y="745768"/>
              <a:ext cx="444142" cy="637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9" name="Google Shape;5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 rot="10800000">
              <a:off x="3107604" y="829873"/>
              <a:ext cx="663718" cy="8184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29"/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 rot="10800000">
              <a:off x="2449324" y="801423"/>
              <a:ext cx="295063" cy="336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29"/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 rot="10800000">
              <a:off x="1805743" y="1738386"/>
              <a:ext cx="548939" cy="731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2" name="Google Shape;572;p29"/>
            <p:cNvPicPr preferRelativeResize="0"/>
            <p:nvPr/>
          </p:nvPicPr>
          <p:blipFill>
            <a:blip r:embed="rId10">
              <a:alphaModFix amt="40000"/>
            </a:blip>
            <a:stretch>
              <a:fillRect/>
            </a:stretch>
          </p:blipFill>
          <p:spPr>
            <a:xfrm rot="10800000">
              <a:off x="3938172" y="784029"/>
              <a:ext cx="510680" cy="560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29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7092814">
              <a:off x="826000" y="2866999"/>
              <a:ext cx="553930" cy="4824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9905BCDC-F6FF-FC9E-BE5B-779AAE260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969" y="1525035"/>
            <a:ext cx="5826719" cy="1646302"/>
          </a:xfrm>
        </p:spPr>
        <p:txBody>
          <a:bodyPr/>
          <a:lstStyle/>
          <a:p>
            <a:r>
              <a:rPr sz="6000" dirty="0"/>
              <a:t>Skin Disease Detection Using CNN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A85F07-8A62-F615-E8E4-DE5215391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4606" y="3576179"/>
            <a:ext cx="6135444" cy="1474895"/>
          </a:xfrm>
        </p:spPr>
        <p:txBody>
          <a:bodyPr>
            <a:normAutofit/>
          </a:bodyPr>
          <a:lstStyle/>
          <a:p>
            <a:r>
              <a:rPr dirty="0"/>
              <a:t>Guide: Prof. </a:t>
            </a:r>
            <a:r>
              <a:rPr lang="en-US" dirty="0"/>
              <a:t>Vikrant </a:t>
            </a:r>
            <a:r>
              <a:rPr lang="en-US" dirty="0" err="1"/>
              <a:t>Agaskar</a:t>
            </a:r>
            <a:r>
              <a:rPr lang="en-US" dirty="0"/>
              <a:t> Sir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C67E17-A0EF-489C-6264-C48F1B65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394" y="334537"/>
            <a:ext cx="3137211" cy="780585"/>
          </a:xfrm>
        </p:spPr>
        <p:txBody>
          <a:bodyPr>
            <a:normAutofit fontScale="90000"/>
          </a:bodyPr>
          <a:lstStyle/>
          <a:p>
            <a:r>
              <a:rPr sz="4000" dirty="0"/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6D3B92-0795-89A0-08AD-4EDD870C29F8}"/>
              </a:ext>
            </a:extLst>
          </p:cNvPr>
          <p:cNvSpPr txBox="1">
            <a:spLocks/>
          </p:cNvSpPr>
          <p:nvPr/>
        </p:nvSpPr>
        <p:spPr>
          <a:xfrm>
            <a:off x="327626" y="1404126"/>
            <a:ext cx="8488748" cy="350148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Overview: A deep learning-based approach for detecting skin diseases from images.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Importance: Early and accurate diagnosis of skin conditions can improve treatment outcomes.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Problem Statement: Manual diagnosis is prone to errors and lacks accessibility in remote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563;p29">
            <a:extLst>
              <a:ext uri="{FF2B5EF4-FFF2-40B4-BE49-F238E27FC236}">
                <a16:creationId xmlns:a16="http://schemas.microsoft.com/office/drawing/2014/main" id="{76493C1A-C61F-E92C-0D37-4E813C6A90A7}"/>
              </a:ext>
            </a:extLst>
          </p:cNvPr>
          <p:cNvGrpSpPr/>
          <p:nvPr/>
        </p:nvGrpSpPr>
        <p:grpSpPr>
          <a:xfrm>
            <a:off x="66895" y="-354029"/>
            <a:ext cx="3689370" cy="3024010"/>
            <a:chOff x="759482" y="442281"/>
            <a:chExt cx="3689370" cy="3024010"/>
          </a:xfrm>
        </p:grpSpPr>
        <p:pic>
          <p:nvPicPr>
            <p:cNvPr id="31" name="Google Shape;564;p29">
              <a:extLst>
                <a:ext uri="{FF2B5EF4-FFF2-40B4-BE49-F238E27FC236}">
                  <a16:creationId xmlns:a16="http://schemas.microsoft.com/office/drawing/2014/main" id="{C7AD6137-A06D-4520-89BC-14A865AC45E6}"/>
                </a:ext>
              </a:extLst>
            </p:cNvPr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71154" y="1060139"/>
              <a:ext cx="663718" cy="8184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565;p29">
              <a:extLst>
                <a:ext uri="{FF2B5EF4-FFF2-40B4-BE49-F238E27FC236}">
                  <a16:creationId xmlns:a16="http://schemas.microsoft.com/office/drawing/2014/main" id="{25169028-EDFE-C811-1B09-1B38EFDF2594}"/>
                </a:ext>
              </a:extLst>
            </p:cNvPr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>
              <a:off x="1103802" y="729111"/>
              <a:ext cx="385921" cy="33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566;p29">
              <a:extLst>
                <a:ext uri="{FF2B5EF4-FFF2-40B4-BE49-F238E27FC236}">
                  <a16:creationId xmlns:a16="http://schemas.microsoft.com/office/drawing/2014/main" id="{C0274843-EE3E-7244-298A-273BCE389605}"/>
                </a:ext>
              </a:extLst>
            </p:cNvPr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rot="10800000">
              <a:off x="2909503" y="442281"/>
              <a:ext cx="395902" cy="570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567;p29">
              <a:extLst>
                <a:ext uri="{FF2B5EF4-FFF2-40B4-BE49-F238E27FC236}">
                  <a16:creationId xmlns:a16="http://schemas.microsoft.com/office/drawing/2014/main" id="{CA4E6AD3-310F-F932-7DF9-D7AFDA92AC73}"/>
                </a:ext>
              </a:extLst>
            </p:cNvPr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10800000">
              <a:off x="1019807" y="2046332"/>
              <a:ext cx="553930" cy="4824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568;p29">
              <a:extLst>
                <a:ext uri="{FF2B5EF4-FFF2-40B4-BE49-F238E27FC236}">
                  <a16:creationId xmlns:a16="http://schemas.microsoft.com/office/drawing/2014/main" id="{4C9F7FCF-BE52-EF45-8D4E-562ED1EE9A59}"/>
                </a:ext>
              </a:extLst>
            </p:cNvPr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 rot="10800000">
              <a:off x="2300225" y="745768"/>
              <a:ext cx="444142" cy="637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569;p29">
              <a:extLst>
                <a:ext uri="{FF2B5EF4-FFF2-40B4-BE49-F238E27FC236}">
                  <a16:creationId xmlns:a16="http://schemas.microsoft.com/office/drawing/2014/main" id="{FB1447E5-1B42-50D5-6393-4C7653597A4F}"/>
                </a:ext>
              </a:extLst>
            </p:cNvPr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 rot="10800000">
              <a:off x="3107604" y="829873"/>
              <a:ext cx="663718" cy="8184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570;p29">
              <a:extLst>
                <a:ext uri="{FF2B5EF4-FFF2-40B4-BE49-F238E27FC236}">
                  <a16:creationId xmlns:a16="http://schemas.microsoft.com/office/drawing/2014/main" id="{D36BAC91-135E-7333-F04B-98ED94EDAE6F}"/>
                </a:ext>
              </a:extLst>
            </p:cNvPr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 rot="10800000">
              <a:off x="2449324" y="801423"/>
              <a:ext cx="295063" cy="336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571;p29">
              <a:extLst>
                <a:ext uri="{FF2B5EF4-FFF2-40B4-BE49-F238E27FC236}">
                  <a16:creationId xmlns:a16="http://schemas.microsoft.com/office/drawing/2014/main" id="{4908144A-6CC5-64A2-1488-F2C02E51507F}"/>
                </a:ext>
              </a:extLst>
            </p:cNvPr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 rot="10800000">
              <a:off x="1805743" y="1738386"/>
              <a:ext cx="548939" cy="731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572;p29">
              <a:extLst>
                <a:ext uri="{FF2B5EF4-FFF2-40B4-BE49-F238E27FC236}">
                  <a16:creationId xmlns:a16="http://schemas.microsoft.com/office/drawing/2014/main" id="{9EFA941F-68E5-6CFB-C64B-253FB0BA5AEF}"/>
                </a:ext>
              </a:extLst>
            </p:cNvPr>
            <p:cNvPicPr preferRelativeResize="0"/>
            <p:nvPr/>
          </p:nvPicPr>
          <p:blipFill>
            <a:blip r:embed="rId10">
              <a:alphaModFix amt="40000"/>
            </a:blip>
            <a:stretch>
              <a:fillRect/>
            </a:stretch>
          </p:blipFill>
          <p:spPr>
            <a:xfrm rot="10800000">
              <a:off x="3938172" y="784029"/>
              <a:ext cx="510680" cy="560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573;p29">
              <a:extLst>
                <a:ext uri="{FF2B5EF4-FFF2-40B4-BE49-F238E27FC236}">
                  <a16:creationId xmlns:a16="http://schemas.microsoft.com/office/drawing/2014/main" id="{3623AE6B-7C28-C4C6-A4C6-66954938DE1B}"/>
                </a:ext>
              </a:extLst>
            </p:cNvPr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7092814">
              <a:off x="826000" y="2866999"/>
              <a:ext cx="553930" cy="4824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44DF7C48-26C7-5A67-C2BB-06691F95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150" y="296190"/>
            <a:ext cx="6347713" cy="773274"/>
          </a:xfrm>
        </p:spPr>
        <p:txBody>
          <a:bodyPr>
            <a:normAutofit fontScale="90000"/>
          </a:bodyPr>
          <a:lstStyle/>
          <a:p>
            <a:r>
              <a:rPr sz="4000" dirty="0"/>
              <a:t>Importance of the Project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9FA78EF-5573-7A42-1A28-1B3849E429D9}"/>
              </a:ext>
            </a:extLst>
          </p:cNvPr>
          <p:cNvSpPr txBox="1">
            <a:spLocks/>
          </p:cNvSpPr>
          <p:nvPr/>
        </p:nvSpPr>
        <p:spPr>
          <a:xfrm>
            <a:off x="529507" y="1467501"/>
            <a:ext cx="8189718" cy="287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Provides an automated, accurate diagnostic tool.</a:t>
            </a:r>
          </a:p>
          <a:p>
            <a:pPr marL="4953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Reduces dependency on dermatologists in remote areas.</a:t>
            </a:r>
          </a:p>
          <a:p>
            <a:pPr marL="4953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Helps in early diagnosis, improving patient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2"/>
          <p:cNvGrpSpPr/>
          <p:nvPr/>
        </p:nvGrpSpPr>
        <p:grpSpPr>
          <a:xfrm>
            <a:off x="4739510" y="442282"/>
            <a:ext cx="3511086" cy="2850323"/>
            <a:chOff x="4739510" y="442282"/>
            <a:chExt cx="3511086" cy="2850323"/>
          </a:xfrm>
        </p:grpSpPr>
        <p:pic>
          <p:nvPicPr>
            <p:cNvPr id="605" name="Google Shape;605;p3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 flipH="1">
              <a:off x="7531721" y="1060140"/>
              <a:ext cx="663719" cy="818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32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flipH="1">
              <a:off x="7576869" y="729112"/>
              <a:ext cx="385922" cy="331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32"/>
            <p:cNvPicPr preferRelativeResize="0"/>
            <p:nvPr/>
          </p:nvPicPr>
          <p:blipFill>
            <a:blip r:embed="rId5">
              <a:alphaModFix amt="40000"/>
            </a:blip>
            <a:stretch>
              <a:fillRect/>
            </a:stretch>
          </p:blipFill>
          <p:spPr>
            <a:xfrm flipH="1">
              <a:off x="8021040" y="2003089"/>
              <a:ext cx="229557" cy="728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32"/>
            <p:cNvPicPr preferRelativeResize="0"/>
            <p:nvPr/>
          </p:nvPicPr>
          <p:blipFill>
            <a:blip r:embed="rId6">
              <a:alphaModFix amt="40000"/>
            </a:blip>
            <a:stretch>
              <a:fillRect/>
            </a:stretch>
          </p:blipFill>
          <p:spPr>
            <a:xfrm rot="10800000" flipH="1">
              <a:off x="5761185" y="442282"/>
              <a:ext cx="395902" cy="5705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32"/>
            <p:cNvPicPr preferRelativeResize="0"/>
            <p:nvPr/>
          </p:nvPicPr>
          <p:blipFill>
            <a:blip r:embed="rId7">
              <a:alphaModFix amt="40000"/>
            </a:blip>
            <a:stretch>
              <a:fillRect/>
            </a:stretch>
          </p:blipFill>
          <p:spPr>
            <a:xfrm rot="10800000" flipH="1">
              <a:off x="6322223" y="745768"/>
              <a:ext cx="444142" cy="637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32"/>
            <p:cNvPicPr preferRelativeResize="0"/>
            <p:nvPr/>
          </p:nvPicPr>
          <p:blipFill>
            <a:blip r:embed="rId8">
              <a:alphaModFix amt="40000"/>
            </a:blip>
            <a:stretch>
              <a:fillRect/>
            </a:stretch>
          </p:blipFill>
          <p:spPr>
            <a:xfrm rot="10800000" flipH="1">
              <a:off x="6696866" y="1003486"/>
              <a:ext cx="295064" cy="336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32"/>
            <p:cNvPicPr preferRelativeResize="0"/>
            <p:nvPr/>
          </p:nvPicPr>
          <p:blipFill>
            <a:blip r:embed="rId9">
              <a:alphaModFix amt="40000"/>
            </a:blip>
            <a:stretch>
              <a:fillRect/>
            </a:stretch>
          </p:blipFill>
          <p:spPr>
            <a:xfrm rot="10800000" flipH="1">
              <a:off x="7464592" y="2399329"/>
              <a:ext cx="637103" cy="8932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32"/>
            <p:cNvPicPr preferRelativeResize="0"/>
            <p:nvPr/>
          </p:nvPicPr>
          <p:blipFill>
            <a:blip r:embed="rId10">
              <a:alphaModFix amt="40000"/>
            </a:blip>
            <a:stretch>
              <a:fillRect/>
            </a:stretch>
          </p:blipFill>
          <p:spPr>
            <a:xfrm rot="10800000" flipH="1">
              <a:off x="4739510" y="729104"/>
              <a:ext cx="510681" cy="560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32"/>
            <p:cNvPicPr preferRelativeResize="0"/>
            <p:nvPr/>
          </p:nvPicPr>
          <p:blipFill>
            <a:blip r:embed="rId11">
              <a:alphaModFix amt="40000"/>
            </a:blip>
            <a:stretch>
              <a:fillRect/>
            </a:stretch>
          </p:blipFill>
          <p:spPr>
            <a:xfrm rot="-8100007" flipH="1">
              <a:off x="5594793" y="1024602"/>
              <a:ext cx="635438" cy="635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32"/>
            <p:cNvPicPr preferRelativeResize="0"/>
            <p:nvPr/>
          </p:nvPicPr>
          <p:blipFill>
            <a:blip r:embed="rId12">
              <a:alphaModFix amt="40000"/>
            </a:blip>
            <a:stretch>
              <a:fillRect/>
            </a:stretch>
          </p:blipFill>
          <p:spPr>
            <a:xfrm rot="-7092816" flipH="1">
              <a:off x="6550838" y="1499771"/>
              <a:ext cx="553929" cy="482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32"/>
            <p:cNvPicPr preferRelativeResize="0"/>
            <p:nvPr/>
          </p:nvPicPr>
          <p:blipFill>
            <a:blip r:embed="rId4">
              <a:alphaModFix amt="40000"/>
            </a:blip>
            <a:stretch>
              <a:fillRect/>
            </a:stretch>
          </p:blipFill>
          <p:spPr>
            <a:xfrm flipH="1">
              <a:off x="6915684" y="2142427"/>
              <a:ext cx="548925" cy="470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4480E9F-E1F0-CBDC-F6D6-7415D67D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816" y="342405"/>
            <a:ext cx="2353847" cy="770320"/>
          </a:xfrm>
        </p:spPr>
        <p:txBody>
          <a:bodyPr>
            <a:normAutofit fontScale="90000"/>
          </a:bodyPr>
          <a:lstStyle/>
          <a:p>
            <a:r>
              <a:rPr sz="4000" dirty="0"/>
              <a:t>Objectives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0DB458-24F8-B11D-F7E1-90A53484A9A2}"/>
              </a:ext>
            </a:extLst>
          </p:cNvPr>
          <p:cNvSpPr txBox="1">
            <a:spLocks/>
          </p:cNvSpPr>
          <p:nvPr/>
        </p:nvSpPr>
        <p:spPr>
          <a:xfrm>
            <a:off x="797663" y="1375256"/>
            <a:ext cx="6726345" cy="3597716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Develop a CNN model to classify skin diseases from images.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Preprocess image data to improve prediction accuracy.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Integrate feature extraction and classification techniques.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Expected Outcomes:</a:t>
            </a:r>
          </a:p>
          <a:p>
            <a:r>
              <a:rPr lang="en-US" sz="2000" dirty="0"/>
              <a:t>1. High-accuracy detection model.</a:t>
            </a:r>
          </a:p>
          <a:p>
            <a:r>
              <a:rPr lang="en-US" sz="2000" dirty="0"/>
              <a:t>2. Visual insights into the classification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5F278EF-FBD3-7EC2-2447-A23B9F70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05" y="77077"/>
            <a:ext cx="5653669" cy="802887"/>
          </a:xfrm>
        </p:spPr>
        <p:txBody>
          <a:bodyPr/>
          <a:lstStyle/>
          <a:p>
            <a:r>
              <a:rPr lang="en-IN" sz="3600" dirty="0"/>
              <a:t>Basic Working of CNN</a:t>
            </a:r>
            <a:endParaRPr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8EA90F-2CDE-68F9-DC83-48F4224114BA}"/>
              </a:ext>
            </a:extLst>
          </p:cNvPr>
          <p:cNvSpPr txBox="1">
            <a:spLocks/>
          </p:cNvSpPr>
          <p:nvPr/>
        </p:nvSpPr>
        <p:spPr>
          <a:xfrm>
            <a:off x="563496" y="1390226"/>
            <a:ext cx="8344112" cy="29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>
              <a:buNone/>
            </a:pPr>
            <a:endParaRPr lang="en-IN" sz="2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05AD-65C7-09A4-830B-F386F136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7" y="973872"/>
            <a:ext cx="7562386" cy="4049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>
          <a:extLst>
            <a:ext uri="{FF2B5EF4-FFF2-40B4-BE49-F238E27FC236}">
              <a16:creationId xmlns:a16="http://schemas.microsoft.com/office/drawing/2014/main" id="{902E3E19-94A6-D428-51D4-E156F7B3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3D4F92B-E350-51D0-EACE-17A02665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401" y="34995"/>
            <a:ext cx="6980663" cy="906966"/>
          </a:xfrm>
        </p:spPr>
        <p:txBody>
          <a:bodyPr/>
          <a:lstStyle/>
          <a:p>
            <a:r>
              <a:rPr dirty="0"/>
              <a:t>Methodology / System 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2DAC1F-7A71-0AE7-A6C1-BE7A75E6B427}"/>
              </a:ext>
            </a:extLst>
          </p:cNvPr>
          <p:cNvSpPr txBox="1">
            <a:spLocks/>
          </p:cNvSpPr>
          <p:nvPr/>
        </p:nvSpPr>
        <p:spPr>
          <a:xfrm>
            <a:off x="1006209" y="2692790"/>
            <a:ext cx="6862705" cy="280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IN" sz="2000" dirty="0"/>
              <a:t>Modules:</a:t>
            </a:r>
          </a:p>
          <a:p>
            <a:r>
              <a:rPr lang="en-IN" sz="2000" dirty="0"/>
              <a:t>  1. Data Preprocessing: Augmentation, resizing, normalization.</a:t>
            </a:r>
          </a:p>
          <a:p>
            <a:r>
              <a:rPr lang="en-IN" sz="2000" dirty="0"/>
              <a:t>  2. Model Design: 5-layer CNN with dropout and batch normalization.</a:t>
            </a:r>
          </a:p>
          <a:p>
            <a:r>
              <a:rPr lang="en-IN" sz="2000" dirty="0"/>
              <a:t>  3. Training: Use of cross-entropy loss and accuracy metrics.</a:t>
            </a:r>
          </a:p>
        </p:txBody>
      </p:sp>
      <p:sp>
        <p:nvSpPr>
          <p:cNvPr id="2" name="Google Shape;887;p41">
            <a:extLst>
              <a:ext uri="{FF2B5EF4-FFF2-40B4-BE49-F238E27FC236}">
                <a16:creationId xmlns:a16="http://schemas.microsoft.com/office/drawing/2014/main" id="{87996960-AB3A-AC3C-31D0-6D84F01122A1}"/>
              </a:ext>
            </a:extLst>
          </p:cNvPr>
          <p:cNvSpPr/>
          <p:nvPr/>
        </p:nvSpPr>
        <p:spPr>
          <a:xfrm>
            <a:off x="2625057" y="1059767"/>
            <a:ext cx="1087885" cy="550644"/>
          </a:xfrm>
          <a:custGeom>
            <a:avLst/>
            <a:gdLst/>
            <a:ahLst/>
            <a:cxnLst/>
            <a:rect l="l" t="t" r="r" b="b"/>
            <a:pathLst>
              <a:path w="63822" h="42510" extrusionOk="0">
                <a:moveTo>
                  <a:pt x="5722" y="0"/>
                </a:moveTo>
                <a:cubicBezTo>
                  <a:pt x="2092" y="0"/>
                  <a:pt x="1" y="4124"/>
                  <a:pt x="2148" y="7052"/>
                </a:cubicBezTo>
                <a:lnTo>
                  <a:pt x="10377" y="18275"/>
                </a:lnTo>
                <a:cubicBezTo>
                  <a:pt x="11682" y="20052"/>
                  <a:pt x="11689" y="22467"/>
                  <a:pt x="10396" y="24253"/>
                </a:cubicBezTo>
                <a:lnTo>
                  <a:pt x="2309" y="35417"/>
                </a:lnTo>
                <a:cubicBezTo>
                  <a:pt x="113" y="38336"/>
                  <a:pt x="2196" y="42510"/>
                  <a:pt x="5850" y="42510"/>
                </a:cubicBezTo>
                <a:lnTo>
                  <a:pt x="46782" y="42510"/>
                </a:lnTo>
                <a:cubicBezTo>
                  <a:pt x="48193" y="42510"/>
                  <a:pt x="49520" y="41837"/>
                  <a:pt x="50355" y="40698"/>
                </a:cubicBezTo>
                <a:lnTo>
                  <a:pt x="62667" y="23903"/>
                </a:lnTo>
                <a:cubicBezTo>
                  <a:pt x="63821" y="22327"/>
                  <a:pt x="63808" y="20182"/>
                  <a:pt x="62635" y="18621"/>
                </a:cubicBezTo>
                <a:lnTo>
                  <a:pt x="49969" y="1771"/>
                </a:lnTo>
                <a:cubicBezTo>
                  <a:pt x="49132" y="656"/>
                  <a:pt x="47820" y="0"/>
                  <a:pt x="464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02</a:t>
            </a:r>
            <a:endParaRPr sz="20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" name="Google Shape;888;p41">
            <a:extLst>
              <a:ext uri="{FF2B5EF4-FFF2-40B4-BE49-F238E27FC236}">
                <a16:creationId xmlns:a16="http://schemas.microsoft.com/office/drawing/2014/main" id="{D1EBE2D8-0973-0433-1E62-0FE94D7DB945}"/>
              </a:ext>
            </a:extLst>
          </p:cNvPr>
          <p:cNvSpPr/>
          <p:nvPr/>
        </p:nvSpPr>
        <p:spPr>
          <a:xfrm>
            <a:off x="5326836" y="1059767"/>
            <a:ext cx="1087851" cy="550644"/>
          </a:xfrm>
          <a:custGeom>
            <a:avLst/>
            <a:gdLst/>
            <a:ahLst/>
            <a:cxnLst/>
            <a:rect l="l" t="t" r="r" b="b"/>
            <a:pathLst>
              <a:path w="63820" h="42510" extrusionOk="0">
                <a:moveTo>
                  <a:pt x="5720" y="0"/>
                </a:moveTo>
                <a:cubicBezTo>
                  <a:pt x="2090" y="0"/>
                  <a:pt x="1" y="4124"/>
                  <a:pt x="2147" y="7052"/>
                </a:cubicBezTo>
                <a:lnTo>
                  <a:pt x="10377" y="18275"/>
                </a:lnTo>
                <a:cubicBezTo>
                  <a:pt x="11680" y="20052"/>
                  <a:pt x="11687" y="22467"/>
                  <a:pt x="10395" y="24253"/>
                </a:cubicBezTo>
                <a:lnTo>
                  <a:pt x="2305" y="35417"/>
                </a:lnTo>
                <a:cubicBezTo>
                  <a:pt x="110" y="38336"/>
                  <a:pt x="2196" y="42510"/>
                  <a:pt x="5847" y="42510"/>
                </a:cubicBezTo>
                <a:lnTo>
                  <a:pt x="46778" y="42510"/>
                </a:lnTo>
                <a:cubicBezTo>
                  <a:pt x="48191" y="42510"/>
                  <a:pt x="49518" y="41837"/>
                  <a:pt x="50353" y="40698"/>
                </a:cubicBezTo>
                <a:lnTo>
                  <a:pt x="62664" y="23903"/>
                </a:lnTo>
                <a:cubicBezTo>
                  <a:pt x="63820" y="22329"/>
                  <a:pt x="63807" y="20182"/>
                  <a:pt x="62633" y="18621"/>
                </a:cubicBezTo>
                <a:lnTo>
                  <a:pt x="49969" y="1771"/>
                </a:lnTo>
                <a:cubicBezTo>
                  <a:pt x="49132" y="656"/>
                  <a:pt x="47820" y="0"/>
                  <a:pt x="46427" y="0"/>
                </a:cubicBezTo>
                <a:close/>
              </a:path>
            </a:pathLst>
          </a:custGeom>
          <a:solidFill>
            <a:srgbClr val="71E2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04</a:t>
            </a:r>
            <a:endParaRPr sz="20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" name="Google Shape;889;p41">
            <a:extLst>
              <a:ext uri="{FF2B5EF4-FFF2-40B4-BE49-F238E27FC236}">
                <a16:creationId xmlns:a16="http://schemas.microsoft.com/office/drawing/2014/main" id="{B424A332-BE3F-8244-CBCE-EF260436808E}"/>
              </a:ext>
            </a:extLst>
          </p:cNvPr>
          <p:cNvSpPr/>
          <p:nvPr/>
        </p:nvSpPr>
        <p:spPr>
          <a:xfrm>
            <a:off x="6677703" y="1059767"/>
            <a:ext cx="1087885" cy="550644"/>
          </a:xfrm>
          <a:custGeom>
            <a:avLst/>
            <a:gdLst/>
            <a:ahLst/>
            <a:cxnLst/>
            <a:rect l="l" t="t" r="r" b="b"/>
            <a:pathLst>
              <a:path w="63822" h="42510" extrusionOk="0">
                <a:moveTo>
                  <a:pt x="5722" y="0"/>
                </a:moveTo>
                <a:cubicBezTo>
                  <a:pt x="2092" y="0"/>
                  <a:pt x="1" y="4124"/>
                  <a:pt x="2148" y="7052"/>
                </a:cubicBezTo>
                <a:lnTo>
                  <a:pt x="10377" y="18275"/>
                </a:lnTo>
                <a:cubicBezTo>
                  <a:pt x="11682" y="20052"/>
                  <a:pt x="11689" y="22467"/>
                  <a:pt x="10395" y="24253"/>
                </a:cubicBezTo>
                <a:lnTo>
                  <a:pt x="2309" y="35417"/>
                </a:lnTo>
                <a:cubicBezTo>
                  <a:pt x="113" y="38336"/>
                  <a:pt x="2197" y="42510"/>
                  <a:pt x="5851" y="42510"/>
                </a:cubicBezTo>
                <a:lnTo>
                  <a:pt x="46780" y="42510"/>
                </a:lnTo>
                <a:cubicBezTo>
                  <a:pt x="48193" y="42510"/>
                  <a:pt x="49520" y="41837"/>
                  <a:pt x="50353" y="40698"/>
                </a:cubicBezTo>
                <a:lnTo>
                  <a:pt x="62668" y="23903"/>
                </a:lnTo>
                <a:cubicBezTo>
                  <a:pt x="63822" y="22327"/>
                  <a:pt x="63809" y="20182"/>
                  <a:pt x="62635" y="18621"/>
                </a:cubicBezTo>
                <a:lnTo>
                  <a:pt x="49969" y="1771"/>
                </a:lnTo>
                <a:cubicBezTo>
                  <a:pt x="49132" y="656"/>
                  <a:pt x="47820" y="0"/>
                  <a:pt x="464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05</a:t>
            </a:r>
            <a:endParaRPr sz="2000" dirty="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" name="Google Shape;890;p41">
            <a:extLst>
              <a:ext uri="{FF2B5EF4-FFF2-40B4-BE49-F238E27FC236}">
                <a16:creationId xmlns:a16="http://schemas.microsoft.com/office/drawing/2014/main" id="{E4CD4419-A52C-B9FA-DE80-7E5C29F35840}"/>
              </a:ext>
            </a:extLst>
          </p:cNvPr>
          <p:cNvSpPr/>
          <p:nvPr/>
        </p:nvSpPr>
        <p:spPr>
          <a:xfrm>
            <a:off x="3975970" y="1059767"/>
            <a:ext cx="1087851" cy="550644"/>
          </a:xfrm>
          <a:custGeom>
            <a:avLst/>
            <a:gdLst/>
            <a:ahLst/>
            <a:cxnLst/>
            <a:rect l="l" t="t" r="r" b="b"/>
            <a:pathLst>
              <a:path w="63820" h="42510" extrusionOk="0">
                <a:moveTo>
                  <a:pt x="5720" y="0"/>
                </a:moveTo>
                <a:cubicBezTo>
                  <a:pt x="2090" y="0"/>
                  <a:pt x="0" y="4124"/>
                  <a:pt x="2147" y="7052"/>
                </a:cubicBezTo>
                <a:lnTo>
                  <a:pt x="10376" y="18275"/>
                </a:lnTo>
                <a:cubicBezTo>
                  <a:pt x="11680" y="20052"/>
                  <a:pt x="11687" y="22469"/>
                  <a:pt x="10393" y="24253"/>
                </a:cubicBezTo>
                <a:lnTo>
                  <a:pt x="2305" y="35417"/>
                </a:lnTo>
                <a:cubicBezTo>
                  <a:pt x="109" y="38336"/>
                  <a:pt x="2193" y="42510"/>
                  <a:pt x="5847" y="42510"/>
                </a:cubicBezTo>
                <a:lnTo>
                  <a:pt x="46778" y="42510"/>
                </a:lnTo>
                <a:cubicBezTo>
                  <a:pt x="48189" y="42510"/>
                  <a:pt x="49517" y="41837"/>
                  <a:pt x="50352" y="40698"/>
                </a:cubicBezTo>
                <a:lnTo>
                  <a:pt x="62664" y="23903"/>
                </a:lnTo>
                <a:cubicBezTo>
                  <a:pt x="63819" y="22329"/>
                  <a:pt x="63806" y="20182"/>
                  <a:pt x="62633" y="18621"/>
                </a:cubicBezTo>
                <a:lnTo>
                  <a:pt x="49967" y="1771"/>
                </a:lnTo>
                <a:cubicBezTo>
                  <a:pt x="49130" y="656"/>
                  <a:pt x="47817" y="0"/>
                  <a:pt x="464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03</a:t>
            </a:r>
            <a:endParaRPr sz="2000" dirty="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Google Shape;891;p41">
            <a:extLst>
              <a:ext uri="{FF2B5EF4-FFF2-40B4-BE49-F238E27FC236}">
                <a16:creationId xmlns:a16="http://schemas.microsoft.com/office/drawing/2014/main" id="{82754112-F5A0-855C-FE94-67BC18E06F35}"/>
              </a:ext>
            </a:extLst>
          </p:cNvPr>
          <p:cNvSpPr/>
          <p:nvPr/>
        </p:nvSpPr>
        <p:spPr>
          <a:xfrm>
            <a:off x="1274144" y="1074774"/>
            <a:ext cx="1087851" cy="550644"/>
          </a:xfrm>
          <a:custGeom>
            <a:avLst/>
            <a:gdLst/>
            <a:ahLst/>
            <a:cxnLst/>
            <a:rect l="l" t="t" r="r" b="b"/>
            <a:pathLst>
              <a:path w="63820" h="42510" extrusionOk="0">
                <a:moveTo>
                  <a:pt x="5720" y="0"/>
                </a:moveTo>
                <a:cubicBezTo>
                  <a:pt x="2089" y="0"/>
                  <a:pt x="1" y="4124"/>
                  <a:pt x="2148" y="7052"/>
                </a:cubicBezTo>
                <a:lnTo>
                  <a:pt x="9931" y="17668"/>
                </a:lnTo>
                <a:cubicBezTo>
                  <a:pt x="11500" y="19808"/>
                  <a:pt x="11508" y="22715"/>
                  <a:pt x="9952" y="24863"/>
                </a:cubicBezTo>
                <a:lnTo>
                  <a:pt x="2305" y="35417"/>
                </a:lnTo>
                <a:cubicBezTo>
                  <a:pt x="110" y="38336"/>
                  <a:pt x="2193" y="42510"/>
                  <a:pt x="5847" y="42510"/>
                </a:cubicBezTo>
                <a:lnTo>
                  <a:pt x="46779" y="42510"/>
                </a:lnTo>
                <a:cubicBezTo>
                  <a:pt x="48190" y="42510"/>
                  <a:pt x="49518" y="41837"/>
                  <a:pt x="50353" y="40698"/>
                </a:cubicBezTo>
                <a:lnTo>
                  <a:pt x="62664" y="23903"/>
                </a:lnTo>
                <a:cubicBezTo>
                  <a:pt x="63820" y="22329"/>
                  <a:pt x="63807" y="20182"/>
                  <a:pt x="62633" y="18621"/>
                </a:cubicBezTo>
                <a:lnTo>
                  <a:pt x="49967" y="1771"/>
                </a:lnTo>
                <a:cubicBezTo>
                  <a:pt x="49130" y="656"/>
                  <a:pt x="47817" y="0"/>
                  <a:pt x="46424" y="0"/>
                </a:cubicBezTo>
                <a:close/>
              </a:path>
            </a:pathLst>
          </a:custGeom>
          <a:solidFill>
            <a:srgbClr val="B79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01</a:t>
            </a:r>
            <a:endParaRPr sz="2000" dirty="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7" name="Google Shape;878;p41">
            <a:extLst>
              <a:ext uri="{FF2B5EF4-FFF2-40B4-BE49-F238E27FC236}">
                <a16:creationId xmlns:a16="http://schemas.microsoft.com/office/drawing/2014/main" id="{995A6B40-D3E4-AB15-12C6-526D47F28EEE}"/>
              </a:ext>
            </a:extLst>
          </p:cNvPr>
          <p:cNvSpPr/>
          <p:nvPr/>
        </p:nvSpPr>
        <p:spPr>
          <a:xfrm>
            <a:off x="1703711" y="1790987"/>
            <a:ext cx="204600" cy="204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79;p41">
            <a:extLst>
              <a:ext uri="{FF2B5EF4-FFF2-40B4-BE49-F238E27FC236}">
                <a16:creationId xmlns:a16="http://schemas.microsoft.com/office/drawing/2014/main" id="{D2BCFA3A-DB51-6F58-4714-5647E64E7610}"/>
              </a:ext>
            </a:extLst>
          </p:cNvPr>
          <p:cNvSpPr/>
          <p:nvPr/>
        </p:nvSpPr>
        <p:spPr>
          <a:xfrm>
            <a:off x="3064107" y="1790936"/>
            <a:ext cx="204600" cy="204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80;p41">
            <a:extLst>
              <a:ext uri="{FF2B5EF4-FFF2-40B4-BE49-F238E27FC236}">
                <a16:creationId xmlns:a16="http://schemas.microsoft.com/office/drawing/2014/main" id="{BA4E10D2-8C13-ED8E-582A-2A15FE5BAA54}"/>
              </a:ext>
            </a:extLst>
          </p:cNvPr>
          <p:cNvSpPr/>
          <p:nvPr/>
        </p:nvSpPr>
        <p:spPr>
          <a:xfrm>
            <a:off x="4415000" y="1790936"/>
            <a:ext cx="204600" cy="20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881;p41">
            <a:extLst>
              <a:ext uri="{FF2B5EF4-FFF2-40B4-BE49-F238E27FC236}">
                <a16:creationId xmlns:a16="http://schemas.microsoft.com/office/drawing/2014/main" id="{926A094E-7253-3ECF-DB31-9258180F0CF0}"/>
              </a:ext>
            </a:extLst>
          </p:cNvPr>
          <p:cNvSpPr/>
          <p:nvPr/>
        </p:nvSpPr>
        <p:spPr>
          <a:xfrm>
            <a:off x="5765892" y="1790936"/>
            <a:ext cx="204600" cy="204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82;p41">
            <a:extLst>
              <a:ext uri="{FF2B5EF4-FFF2-40B4-BE49-F238E27FC236}">
                <a16:creationId xmlns:a16="http://schemas.microsoft.com/office/drawing/2014/main" id="{7939FC30-B5D7-23CE-F10E-05C1CD94E592}"/>
              </a:ext>
            </a:extLst>
          </p:cNvPr>
          <p:cNvSpPr/>
          <p:nvPr/>
        </p:nvSpPr>
        <p:spPr>
          <a:xfrm>
            <a:off x="7116785" y="1790936"/>
            <a:ext cx="204600" cy="204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" name="Google Shape;883;p41">
            <a:extLst>
              <a:ext uri="{FF2B5EF4-FFF2-40B4-BE49-F238E27FC236}">
                <a16:creationId xmlns:a16="http://schemas.microsoft.com/office/drawing/2014/main" id="{FCB1E801-E24A-B9DA-F650-F490B8F9D87D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1908311" y="1893236"/>
            <a:ext cx="1155796" cy="5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" name="Google Shape;884;p41">
            <a:extLst>
              <a:ext uri="{FF2B5EF4-FFF2-40B4-BE49-F238E27FC236}">
                <a16:creationId xmlns:a16="http://schemas.microsoft.com/office/drawing/2014/main" id="{E7C45401-7787-9F12-659A-BB109D5F1AB8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3268707" y="1893236"/>
            <a:ext cx="11463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" name="Google Shape;885;p41">
            <a:extLst>
              <a:ext uri="{FF2B5EF4-FFF2-40B4-BE49-F238E27FC236}">
                <a16:creationId xmlns:a16="http://schemas.microsoft.com/office/drawing/2014/main" id="{03C320EA-7EF9-BBCB-295B-D2C8F4A723A2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4619600" y="1893236"/>
            <a:ext cx="11463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" name="Google Shape;886;p41">
            <a:extLst>
              <a:ext uri="{FF2B5EF4-FFF2-40B4-BE49-F238E27FC236}">
                <a16:creationId xmlns:a16="http://schemas.microsoft.com/office/drawing/2014/main" id="{71847E6A-B7BD-F0EF-46DE-89ACF1FF35B7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970492" y="1893236"/>
            <a:ext cx="11463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Google Shape;864;p41">
            <a:extLst>
              <a:ext uri="{FF2B5EF4-FFF2-40B4-BE49-F238E27FC236}">
                <a16:creationId xmlns:a16="http://schemas.microsoft.com/office/drawing/2014/main" id="{9F597195-8962-5D6B-44F7-4B1BF1CCFA67}"/>
              </a:ext>
            </a:extLst>
          </p:cNvPr>
          <p:cNvSpPr txBox="1"/>
          <p:nvPr/>
        </p:nvSpPr>
        <p:spPr>
          <a:xfrm>
            <a:off x="1134614" y="2034557"/>
            <a:ext cx="1473444" cy="375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Input</a:t>
            </a:r>
            <a:endParaRPr sz="1600" b="1" dirty="0">
              <a:solidFill>
                <a:schemeClr val="tx1"/>
              </a:solidFill>
              <a:latin typeface="Fira Sans Extra Condensed SemiBold"/>
              <a:sym typeface="Fira Sans Extra Condensed SemiBold"/>
            </a:endParaRPr>
          </a:p>
        </p:txBody>
      </p:sp>
      <p:sp>
        <p:nvSpPr>
          <p:cNvPr id="19" name="Google Shape;867;p41">
            <a:extLst>
              <a:ext uri="{FF2B5EF4-FFF2-40B4-BE49-F238E27FC236}">
                <a16:creationId xmlns:a16="http://schemas.microsoft.com/office/drawing/2014/main" id="{96FEEA4D-01F0-426A-FBC5-C4659F8CC332}"/>
              </a:ext>
            </a:extLst>
          </p:cNvPr>
          <p:cNvSpPr txBox="1"/>
          <p:nvPr/>
        </p:nvSpPr>
        <p:spPr>
          <a:xfrm>
            <a:off x="2361995" y="2081132"/>
            <a:ext cx="1671556" cy="32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Preprocessing</a:t>
            </a:r>
            <a:endParaRPr sz="1600" b="1" dirty="0">
              <a:solidFill>
                <a:schemeClr val="tx1"/>
              </a:solidFill>
              <a:latin typeface="Fira Sans Extra Condensed SemiBold"/>
              <a:sym typeface="Fira Sans Extra Condensed SemiBold"/>
            </a:endParaRPr>
          </a:p>
        </p:txBody>
      </p:sp>
      <p:sp>
        <p:nvSpPr>
          <p:cNvPr id="20" name="Google Shape;870;p41">
            <a:extLst>
              <a:ext uri="{FF2B5EF4-FFF2-40B4-BE49-F238E27FC236}">
                <a16:creationId xmlns:a16="http://schemas.microsoft.com/office/drawing/2014/main" id="{18829C50-DE76-090F-18DF-F22B6086FB33}"/>
              </a:ext>
            </a:extLst>
          </p:cNvPr>
          <p:cNvSpPr txBox="1"/>
          <p:nvPr/>
        </p:nvSpPr>
        <p:spPr>
          <a:xfrm>
            <a:off x="3873220" y="2140231"/>
            <a:ext cx="1378295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Feature</a:t>
            </a:r>
            <a:r>
              <a:rPr lang="en-IN" sz="1600" dirty="0"/>
              <a:t> </a:t>
            </a: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Extraction</a:t>
            </a:r>
            <a:endParaRPr sz="1600" b="1" dirty="0">
              <a:solidFill>
                <a:schemeClr val="tx1"/>
              </a:solidFill>
              <a:latin typeface="Fira Sans Extra Condensed SemiBold"/>
              <a:sym typeface="Fira Sans Extra Condensed SemiBold"/>
            </a:endParaRPr>
          </a:p>
        </p:txBody>
      </p:sp>
      <p:sp>
        <p:nvSpPr>
          <p:cNvPr id="21" name="Google Shape;873;p41">
            <a:extLst>
              <a:ext uri="{FF2B5EF4-FFF2-40B4-BE49-F238E27FC236}">
                <a16:creationId xmlns:a16="http://schemas.microsoft.com/office/drawing/2014/main" id="{9B2D1B2E-4365-2136-B5BB-79D0D36B8647}"/>
              </a:ext>
            </a:extLst>
          </p:cNvPr>
          <p:cNvSpPr txBox="1"/>
          <p:nvPr/>
        </p:nvSpPr>
        <p:spPr>
          <a:xfrm>
            <a:off x="5139724" y="2087396"/>
            <a:ext cx="1547076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Classification</a:t>
            </a:r>
            <a:endParaRPr sz="1600" b="1" dirty="0">
              <a:solidFill>
                <a:schemeClr val="tx1"/>
              </a:solidFill>
              <a:latin typeface="Fira Sans Extra Condensed SemiBold"/>
              <a:sym typeface="Fira Sans Extra Condensed SemiBold"/>
            </a:endParaRPr>
          </a:p>
        </p:txBody>
      </p:sp>
      <p:sp>
        <p:nvSpPr>
          <p:cNvPr id="22" name="Google Shape;876;p41">
            <a:extLst>
              <a:ext uri="{FF2B5EF4-FFF2-40B4-BE49-F238E27FC236}">
                <a16:creationId xmlns:a16="http://schemas.microsoft.com/office/drawing/2014/main" id="{CB16A10C-0A69-C3F1-B02A-DC802ECD6A2B}"/>
              </a:ext>
            </a:extLst>
          </p:cNvPr>
          <p:cNvSpPr txBox="1"/>
          <p:nvPr/>
        </p:nvSpPr>
        <p:spPr>
          <a:xfrm>
            <a:off x="6490619" y="2087396"/>
            <a:ext cx="1378295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chemeClr val="tx1"/>
                </a:solidFill>
                <a:latin typeface="Fira Sans Extra Condensed SemiBold"/>
              </a:rPr>
              <a:t>Output</a:t>
            </a:r>
            <a:endParaRPr sz="1600" b="1" dirty="0">
              <a:solidFill>
                <a:schemeClr val="tx1"/>
              </a:solidFill>
              <a:latin typeface="Fira Sans Extra Condensed SemiBold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81205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1A7B150-0046-0A70-D6FA-F11790BA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783" y="237893"/>
            <a:ext cx="5024434" cy="904488"/>
          </a:xfrm>
        </p:spPr>
        <p:txBody>
          <a:bodyPr/>
          <a:lstStyle/>
          <a:p>
            <a:r>
              <a:rPr dirty="0"/>
              <a:t>Tools and Technologies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DEDFE08-0260-A3DE-AEA6-CC896C4F2CCD}"/>
              </a:ext>
            </a:extLst>
          </p:cNvPr>
          <p:cNvSpPr txBox="1">
            <a:spLocks/>
          </p:cNvSpPr>
          <p:nvPr/>
        </p:nvSpPr>
        <p:spPr>
          <a:xfrm>
            <a:off x="1208374" y="1607037"/>
            <a:ext cx="5875843" cy="265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Programming Languages: Python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Frameworks: TensorFlow/</a:t>
            </a:r>
            <a:r>
              <a:rPr lang="en-IN" sz="2400" dirty="0" err="1"/>
              <a:t>Keras</a:t>
            </a:r>
            <a:endParaRPr lang="en-IN" sz="2400" dirty="0"/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Libraries: NumPy, Matplotlib, Pandas</a:t>
            </a:r>
          </a:p>
          <a:p>
            <a:pPr marL="4953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Hardware: GPU for accelerated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0E96B7F-3E32-BFB7-D695-91B59AB3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555" y="259267"/>
            <a:ext cx="2326889" cy="713678"/>
          </a:xfrm>
        </p:spPr>
        <p:txBody>
          <a:bodyPr/>
          <a:lstStyle/>
          <a:p>
            <a:r>
              <a:rPr sz="3600" dirty="0"/>
              <a:t>Summary</a:t>
            </a:r>
            <a:endParaRPr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131BA61-7610-2230-976D-FF73201C3559}"/>
              </a:ext>
            </a:extLst>
          </p:cNvPr>
          <p:cNvSpPr txBox="1">
            <a:spLocks/>
          </p:cNvSpPr>
          <p:nvPr/>
        </p:nvSpPr>
        <p:spPr>
          <a:xfrm>
            <a:off x="650486" y="1093289"/>
            <a:ext cx="8601307" cy="341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CNN is a promising solution for automating skin disease detection.</a:t>
            </a:r>
          </a:p>
          <a:p>
            <a:pPr marL="4953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With sufficient data, the model can match or exceed human accuracy.</a:t>
            </a:r>
          </a:p>
          <a:p>
            <a:pPr marL="4953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95300" indent="-342900">
              <a:buFont typeface="Wingdings" panose="05000000000000000000" pitchFamily="2" charset="2"/>
              <a:buChar char="Ø"/>
            </a:pPr>
            <a:r>
              <a:rPr lang="en-US" sz="2400" dirty="0"/>
              <a:t> Future Scope:</a:t>
            </a:r>
          </a:p>
          <a:p>
            <a:pPr marL="0" indent="0">
              <a:lnSpc>
                <a:spcPct val="150000"/>
              </a:lnSpc>
            </a:pPr>
            <a:r>
              <a:rPr lang="en-US" sz="2400" dirty="0"/>
              <a:t>  1. Expand the dataset to cover more diseases.</a:t>
            </a:r>
          </a:p>
          <a:p>
            <a:pPr marL="0" indent="0">
              <a:lnSpc>
                <a:spcPct val="150000"/>
              </a:lnSpc>
            </a:pPr>
            <a:r>
              <a:rPr lang="en-US" sz="2400" dirty="0"/>
              <a:t>  2. Develop a user-friendly mobile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>
          <a:extLst>
            <a:ext uri="{FF2B5EF4-FFF2-40B4-BE49-F238E27FC236}">
              <a16:creationId xmlns:a16="http://schemas.microsoft.com/office/drawing/2014/main" id="{6170EBB1-DA05-B033-F0F9-1E736B63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7;p48">
            <a:extLst>
              <a:ext uri="{FF2B5EF4-FFF2-40B4-BE49-F238E27FC236}">
                <a16:creationId xmlns:a16="http://schemas.microsoft.com/office/drawing/2014/main" id="{0ABE2C22-479F-D639-8BF9-B55BAEE4530B}"/>
              </a:ext>
            </a:extLst>
          </p:cNvPr>
          <p:cNvSpPr txBox="1">
            <a:spLocks/>
          </p:cNvSpPr>
          <p:nvPr/>
        </p:nvSpPr>
        <p:spPr>
          <a:xfrm>
            <a:off x="2266932" y="1831452"/>
            <a:ext cx="4610135" cy="170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udex"/>
              <a:buNone/>
              <a:defRPr sz="3000" b="1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udex"/>
              <a:buNone/>
              <a:defRPr sz="3500" b="0" i="0" u="none" strike="noStrike" cap="none">
                <a:solidFill>
                  <a:schemeClr val="dk1"/>
                </a:solidFill>
                <a:latin typeface="Caudex"/>
                <a:ea typeface="Caudex"/>
                <a:cs typeface="Caudex"/>
                <a:sym typeface="Caudex"/>
              </a:defRPr>
            </a:lvl9pPr>
          </a:lstStyle>
          <a:p>
            <a:pPr algn="ctr"/>
            <a:r>
              <a:rPr lang="en-IN" sz="4400"/>
              <a:t>Thanks!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217048231"/>
      </p:ext>
    </p:extLst>
  </p:cSld>
  <p:clrMapOvr>
    <a:masterClrMapping/>
  </p:clrMapOvr>
</p:sld>
</file>

<file path=ppt/theme/theme1.xml><?xml version="1.0" encoding="utf-8"?>
<a:theme xmlns:a="http://schemas.openxmlformats.org/drawingml/2006/main" name="Human Skin Disease Atopic Dermatitis by Slidesgo">
  <a:themeElements>
    <a:clrScheme name="Simple Light">
      <a:dk1>
        <a:srgbClr val="000000"/>
      </a:dk1>
      <a:lt1>
        <a:srgbClr val="FFD5CA"/>
      </a:lt1>
      <a:dk2>
        <a:srgbClr val="E9CFA0"/>
      </a:dk2>
      <a:lt2>
        <a:srgbClr val="FF7CB1"/>
      </a:lt2>
      <a:accent1>
        <a:srgbClr val="D14489"/>
      </a:accent1>
      <a:accent2>
        <a:srgbClr val="8B154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266</Words>
  <Application>Microsoft Office PowerPoint</Application>
  <PresentationFormat>On-screen Show (16:9)</PresentationFormat>
  <Paragraphs>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</vt:lpstr>
      <vt:lpstr>Wingdings</vt:lpstr>
      <vt:lpstr>Arial</vt:lpstr>
      <vt:lpstr>Cabin</vt:lpstr>
      <vt:lpstr>Fira Sans Extra Condensed SemiBold</vt:lpstr>
      <vt:lpstr>Caudex</vt:lpstr>
      <vt:lpstr>Human Skin Disease Atopic Dermatitis by Slidesgo</vt:lpstr>
      <vt:lpstr>Skin Disease Detection Using CNN</vt:lpstr>
      <vt:lpstr>Introduction</vt:lpstr>
      <vt:lpstr>Importance of the Project</vt:lpstr>
      <vt:lpstr>Objectives</vt:lpstr>
      <vt:lpstr>Basic Working of CNN</vt:lpstr>
      <vt:lpstr>Methodology / System Architecture</vt:lpstr>
      <vt:lpstr>Tools and Technologies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Varad Borse</cp:lastModifiedBy>
  <cp:revision>1</cp:revision>
  <dcterms:modified xsi:type="dcterms:W3CDTF">2025-04-24T05:04:59Z</dcterms:modified>
</cp:coreProperties>
</file>